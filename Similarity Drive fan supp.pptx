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9"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5143500" cx="9144000"/>
  <p:notesSz cx="6858000" cy="9144000"/>
  <p:embeddedFontLst>
    <p:embeddedFont>
      <p:font typeface="Lexend SemiBold"/>
      <p:regular r:id="rId14"/>
      <p:bold r:id="rId15"/>
    </p:embeddedFont>
    <p:embeddedFont>
      <p:font typeface="Lexend Light"/>
      <p:regular r:id="rId16"/>
      <p:bold r:id="rId17"/>
    </p:embeddedFont>
    <p:embeddedFont>
      <p:font typeface="Lexend"/>
      <p:regular r:id="rId18"/>
      <p:bold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font" Target="fonts/LexendSemiBold-bold.fntdata"/><Relationship Id="rId14" Type="http://schemas.openxmlformats.org/officeDocument/2006/relationships/font" Target="fonts/LexendSemiBold-regular.fntdata"/><Relationship Id="rId17" Type="http://schemas.openxmlformats.org/officeDocument/2006/relationships/font" Target="fonts/LexendLight-bold.fntdata"/><Relationship Id="rId16" Type="http://schemas.openxmlformats.org/officeDocument/2006/relationships/font" Target="fonts/LexendLight-regular.fntdata"/><Relationship Id="rId19" Type="http://schemas.openxmlformats.org/officeDocument/2006/relationships/font" Target="fonts/Lexend-bold.fntdata"/><Relationship Id="rId18" Type="http://schemas.openxmlformats.org/officeDocument/2006/relationships/font" Target="fonts/Lexend-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1" name="Shape 1861"/>
        <p:cNvGrpSpPr/>
        <p:nvPr/>
      </p:nvGrpSpPr>
      <p:grpSpPr>
        <a:xfrm>
          <a:off x="0" y="0"/>
          <a:ext cx="0" cy="0"/>
          <a:chOff x="0" y="0"/>
          <a:chExt cx="0" cy="0"/>
        </a:xfrm>
      </p:grpSpPr>
      <p:sp>
        <p:nvSpPr>
          <p:cNvPr id="1862" name="Google Shape;1862;g32148282fed_0_18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3" name="Google Shape;1863;g32148282fed_0_18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3" name="Shape 1883"/>
        <p:cNvGrpSpPr/>
        <p:nvPr/>
      </p:nvGrpSpPr>
      <p:grpSpPr>
        <a:xfrm>
          <a:off x="0" y="0"/>
          <a:ext cx="0" cy="0"/>
          <a:chOff x="0" y="0"/>
          <a:chExt cx="0" cy="0"/>
        </a:xfrm>
      </p:grpSpPr>
      <p:sp>
        <p:nvSpPr>
          <p:cNvPr id="1884" name="Google Shape;1884;g32148282fed_0_20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5" name="Google Shape;1885;g32148282fed_0_20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7" name="Shape 1897"/>
        <p:cNvGrpSpPr/>
        <p:nvPr/>
      </p:nvGrpSpPr>
      <p:grpSpPr>
        <a:xfrm>
          <a:off x="0" y="0"/>
          <a:ext cx="0" cy="0"/>
          <a:chOff x="0" y="0"/>
          <a:chExt cx="0" cy="0"/>
        </a:xfrm>
      </p:grpSpPr>
      <p:sp>
        <p:nvSpPr>
          <p:cNvPr id="1898" name="Google Shape;1898;g32148282fed_0_20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9" name="Google Shape;1899;g32148282fed_0_20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9" name="Shape 1919"/>
        <p:cNvGrpSpPr/>
        <p:nvPr/>
      </p:nvGrpSpPr>
      <p:grpSpPr>
        <a:xfrm>
          <a:off x="0" y="0"/>
          <a:ext cx="0" cy="0"/>
          <a:chOff x="0" y="0"/>
          <a:chExt cx="0" cy="0"/>
        </a:xfrm>
      </p:grpSpPr>
      <p:sp>
        <p:nvSpPr>
          <p:cNvPr id="1920" name="Google Shape;1920;g32432e71b7d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1" name="Google Shape;1921;g32432e71b7d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1" name="Shape 1941"/>
        <p:cNvGrpSpPr/>
        <p:nvPr/>
      </p:nvGrpSpPr>
      <p:grpSpPr>
        <a:xfrm>
          <a:off x="0" y="0"/>
          <a:ext cx="0" cy="0"/>
          <a:chOff x="0" y="0"/>
          <a:chExt cx="0" cy="0"/>
        </a:xfrm>
      </p:grpSpPr>
      <p:sp>
        <p:nvSpPr>
          <p:cNvPr id="1942" name="Google Shape;1942;g32148282fed_0_2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3" name="Google Shape;1943;g32148282fed_0_2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1" name="Shape 1961"/>
        <p:cNvGrpSpPr/>
        <p:nvPr/>
      </p:nvGrpSpPr>
      <p:grpSpPr>
        <a:xfrm>
          <a:off x="0" y="0"/>
          <a:ext cx="0" cy="0"/>
          <a:chOff x="0" y="0"/>
          <a:chExt cx="0" cy="0"/>
        </a:xfrm>
      </p:grpSpPr>
      <p:sp>
        <p:nvSpPr>
          <p:cNvPr id="1962" name="Google Shape;1962;g323cffd422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3" name="Google Shape;1963;g323cffd422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6" name="Shape 1976"/>
        <p:cNvGrpSpPr/>
        <p:nvPr/>
      </p:nvGrpSpPr>
      <p:grpSpPr>
        <a:xfrm>
          <a:off x="0" y="0"/>
          <a:ext cx="0" cy="0"/>
          <a:chOff x="0" y="0"/>
          <a:chExt cx="0" cy="0"/>
        </a:xfrm>
      </p:grpSpPr>
      <p:sp>
        <p:nvSpPr>
          <p:cNvPr id="1977" name="Google Shape;1977;g323cffd4228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8" name="Google Shape;1978;g323cffd4228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1" name="Shape 1991"/>
        <p:cNvGrpSpPr/>
        <p:nvPr/>
      </p:nvGrpSpPr>
      <p:grpSpPr>
        <a:xfrm>
          <a:off x="0" y="0"/>
          <a:ext cx="0" cy="0"/>
          <a:chOff x="0" y="0"/>
          <a:chExt cx="0" cy="0"/>
        </a:xfrm>
      </p:grpSpPr>
      <p:sp>
        <p:nvSpPr>
          <p:cNvPr id="1992" name="Google Shape;1992;g323cffd4228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3" name="Google Shape;1993;g323cffd4228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olid with header">
  <p:cSld name="CUSTOM">
    <p:spTree>
      <p:nvGrpSpPr>
        <p:cNvPr id="9" name="Shape 9"/>
        <p:cNvGrpSpPr/>
        <p:nvPr/>
      </p:nvGrpSpPr>
      <p:grpSpPr>
        <a:xfrm>
          <a:off x="0" y="0"/>
          <a:ext cx="0" cy="0"/>
          <a:chOff x="0" y="0"/>
          <a:chExt cx="0" cy="0"/>
        </a:xfrm>
      </p:grpSpPr>
      <p:sp>
        <p:nvSpPr>
          <p:cNvPr id="10" name="Google Shape;10;p2"/>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 name="Google Shape;11;p2"/>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
        <p:nvSpPr>
          <p:cNvPr id="12" name="Google Shape;12;p2"/>
          <p:cNvSpPr txBox="1"/>
          <p:nvPr>
            <p:ph idx="1" type="body"/>
          </p:nvPr>
        </p:nvSpPr>
        <p:spPr>
          <a:xfrm>
            <a:off x="7895425" y="-39600"/>
            <a:ext cx="1138500" cy="337200"/>
          </a:xfrm>
          <a:prstGeom prst="rect">
            <a:avLst/>
          </a:prstGeom>
        </p:spPr>
        <p:txBody>
          <a:bodyPr anchorCtr="0" anchor="t" bIns="91425" lIns="91425" spcFirstLastPara="1" rIns="91425" wrap="square" tIns="91425">
            <a:spAutoFit/>
          </a:bodyPr>
          <a:lstStyle>
            <a:lvl1pPr indent="-279400" lvl="0" marL="457200" algn="r">
              <a:spcBef>
                <a:spcPts val="0"/>
              </a:spcBef>
              <a:spcAft>
                <a:spcPts val="0"/>
              </a:spcAft>
              <a:buClr>
                <a:schemeClr val="lt1"/>
              </a:buClr>
              <a:buSzPts val="800"/>
              <a:buChar char="●"/>
              <a:defRPr>
                <a:solidFill>
                  <a:schemeClr val="lt1"/>
                </a:solidFill>
              </a:defRPr>
            </a:lvl1pPr>
            <a:lvl2pPr indent="-279400" lvl="1" marL="914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2pPr>
            <a:lvl3pPr indent="-279400" lvl="2" marL="1371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3pPr>
            <a:lvl4pPr indent="-279400" lvl="3" marL="1828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4pPr>
            <a:lvl5pPr indent="-279400" lvl="4" marL="22860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5pPr>
            <a:lvl6pPr indent="-279400" lvl="5" marL="27432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6pPr>
            <a:lvl7pPr indent="-279400" lvl="6" marL="3200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7pPr>
            <a:lvl8pPr indent="-279400" lvl="7" marL="3657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8pPr>
            <a:lvl9pPr indent="-279400" lvl="8" marL="4114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9pPr>
          </a:lstStyle>
          <a:p/>
        </p:txBody>
      </p:sp>
      <p:sp>
        <p:nvSpPr>
          <p:cNvPr id="13" name="Google Shape;13;p2"/>
          <p:cNvSpPr txBox="1"/>
          <p:nvPr>
            <p:ph idx="2" type="subTitle"/>
          </p:nvPr>
        </p:nvSpPr>
        <p:spPr>
          <a:xfrm>
            <a:off x="5767125" y="425525"/>
            <a:ext cx="3238500" cy="9132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 name="Google Shape;14;p2"/>
          <p:cNvSpPr txBox="1"/>
          <p:nvPr>
            <p:ph type="title"/>
          </p:nvPr>
        </p:nvSpPr>
        <p:spPr>
          <a:xfrm>
            <a:off x="208725" y="344175"/>
            <a:ext cx="5340900" cy="2005200"/>
          </a:xfrm>
          <a:prstGeom prst="rect">
            <a:avLst/>
          </a:prstGeom>
        </p:spPr>
        <p:txBody>
          <a:bodyPr anchorCtr="0" anchor="t" bIns="91425" lIns="91425" spcFirstLastPara="1" rIns="91425" wrap="square" tIns="91425">
            <a:spAutoFit/>
          </a:bodyPr>
          <a:lstStyle>
            <a:lvl1pPr lvl="0">
              <a:spcBef>
                <a:spcPts val="0"/>
              </a:spcBef>
              <a:spcAft>
                <a:spcPts val="0"/>
              </a:spcAft>
              <a:buSzPts val="6000"/>
              <a:buNone/>
              <a:defRPr sz="6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5" name="Google Shape;15;p2"/>
          <p:cNvSpPr txBox="1"/>
          <p:nvPr>
            <p:ph idx="3" type="body"/>
          </p:nvPr>
        </p:nvSpPr>
        <p:spPr>
          <a:xfrm>
            <a:off x="167325" y="-39600"/>
            <a:ext cx="1169700" cy="337200"/>
          </a:xfrm>
          <a:prstGeom prst="rect">
            <a:avLst/>
          </a:prstGeom>
        </p:spPr>
        <p:txBody>
          <a:bodyPr anchorCtr="0" anchor="t" bIns="91425" lIns="91425" spcFirstLastPara="1" rIns="91425" wrap="square" tIns="91425">
            <a:spAutoFit/>
          </a:bodyPr>
          <a:lstStyle>
            <a:lvl1pPr indent="-279400" lvl="0" marL="4572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1pPr>
            <a:lvl2pPr indent="-279400" lvl="1" marL="914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2pPr>
            <a:lvl3pPr indent="-279400" lvl="2" marL="1371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3pPr>
            <a:lvl4pPr indent="-279400" lvl="3" marL="1828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4pPr>
            <a:lvl5pPr indent="-279400" lvl="4" marL="22860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5pPr>
            <a:lvl6pPr indent="-279400" lvl="5" marL="27432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6pPr>
            <a:lvl7pPr indent="-279400" lvl="6" marL="3200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7pPr>
            <a:lvl8pPr indent="-279400" lvl="7" marL="3657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8pPr>
            <a:lvl9pPr indent="-279400" lvl="8" marL="4114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9pPr>
          </a:lstStyle>
          <a:p/>
        </p:txBody>
      </p:sp>
      <p:sp>
        <p:nvSpPr>
          <p:cNvPr id="16" name="Google Shape;16;p2"/>
          <p:cNvSpPr txBox="1"/>
          <p:nvPr>
            <p:ph idx="4" type="body"/>
          </p:nvPr>
        </p:nvSpPr>
        <p:spPr>
          <a:xfrm>
            <a:off x="940775" y="-39600"/>
            <a:ext cx="3810300" cy="337200"/>
          </a:xfrm>
          <a:prstGeom prst="rect">
            <a:avLst/>
          </a:prstGeom>
        </p:spPr>
        <p:txBody>
          <a:bodyPr anchorCtr="0" anchor="t" bIns="91425" lIns="91425" spcFirstLastPara="1" rIns="91425" wrap="square" tIns="91425">
            <a:spAutoFit/>
          </a:bodyPr>
          <a:lstStyle>
            <a:lvl1pPr indent="-279400" lvl="0" marL="457200">
              <a:spcBef>
                <a:spcPts val="0"/>
              </a:spcBef>
              <a:spcAft>
                <a:spcPts val="0"/>
              </a:spcAft>
              <a:buClr>
                <a:schemeClr val="lt1"/>
              </a:buClr>
              <a:buSzPts val="800"/>
              <a:buChar char="●"/>
              <a:defRPr>
                <a:solidFill>
                  <a:schemeClr val="lt1"/>
                </a:solidFill>
              </a:defRPr>
            </a:lvl1pPr>
            <a:lvl2pPr indent="-279400" lvl="1" marL="914400">
              <a:spcBef>
                <a:spcPts val="0"/>
              </a:spcBef>
              <a:spcAft>
                <a:spcPts val="0"/>
              </a:spcAft>
              <a:buClr>
                <a:schemeClr val="lt1"/>
              </a:buClr>
              <a:buSzPts val="800"/>
              <a:buChar char="○"/>
              <a:defRPr>
                <a:solidFill>
                  <a:schemeClr val="lt1"/>
                </a:solidFill>
              </a:defRPr>
            </a:lvl2pPr>
            <a:lvl3pPr indent="-279400" lvl="2" marL="1371600">
              <a:spcBef>
                <a:spcPts val="0"/>
              </a:spcBef>
              <a:spcAft>
                <a:spcPts val="0"/>
              </a:spcAft>
              <a:buClr>
                <a:schemeClr val="lt1"/>
              </a:buClr>
              <a:buSzPts val="800"/>
              <a:buChar char="■"/>
              <a:defRPr>
                <a:solidFill>
                  <a:schemeClr val="lt1"/>
                </a:solidFill>
              </a:defRPr>
            </a:lvl3pPr>
            <a:lvl4pPr indent="-279400" lvl="3" marL="1828800">
              <a:spcBef>
                <a:spcPts val="0"/>
              </a:spcBef>
              <a:spcAft>
                <a:spcPts val="0"/>
              </a:spcAft>
              <a:buClr>
                <a:schemeClr val="lt1"/>
              </a:buClr>
              <a:buSzPts val="800"/>
              <a:buChar char="●"/>
              <a:defRPr>
                <a:solidFill>
                  <a:schemeClr val="lt1"/>
                </a:solidFill>
              </a:defRPr>
            </a:lvl4pPr>
            <a:lvl5pPr indent="-279400" lvl="4" marL="2286000">
              <a:spcBef>
                <a:spcPts val="0"/>
              </a:spcBef>
              <a:spcAft>
                <a:spcPts val="0"/>
              </a:spcAft>
              <a:buClr>
                <a:schemeClr val="lt1"/>
              </a:buClr>
              <a:buSzPts val="800"/>
              <a:buChar char="○"/>
              <a:defRPr>
                <a:solidFill>
                  <a:schemeClr val="lt1"/>
                </a:solidFill>
              </a:defRPr>
            </a:lvl5pPr>
            <a:lvl6pPr indent="-279400" lvl="5" marL="2743200">
              <a:spcBef>
                <a:spcPts val="0"/>
              </a:spcBef>
              <a:spcAft>
                <a:spcPts val="0"/>
              </a:spcAft>
              <a:buClr>
                <a:schemeClr val="lt1"/>
              </a:buClr>
              <a:buSzPts val="800"/>
              <a:buChar char="■"/>
              <a:defRPr>
                <a:solidFill>
                  <a:schemeClr val="lt1"/>
                </a:solidFill>
              </a:defRPr>
            </a:lvl6pPr>
            <a:lvl7pPr indent="-279400" lvl="6" marL="3200400">
              <a:spcBef>
                <a:spcPts val="0"/>
              </a:spcBef>
              <a:spcAft>
                <a:spcPts val="0"/>
              </a:spcAft>
              <a:buClr>
                <a:schemeClr val="lt1"/>
              </a:buClr>
              <a:buSzPts val="800"/>
              <a:buChar char="●"/>
              <a:defRPr>
                <a:solidFill>
                  <a:schemeClr val="lt1"/>
                </a:solidFill>
              </a:defRPr>
            </a:lvl7pPr>
            <a:lvl8pPr indent="-279400" lvl="7" marL="3657600">
              <a:spcBef>
                <a:spcPts val="0"/>
              </a:spcBef>
              <a:spcAft>
                <a:spcPts val="0"/>
              </a:spcAft>
              <a:buClr>
                <a:schemeClr val="lt1"/>
              </a:buClr>
              <a:buSzPts val="800"/>
              <a:buChar char="○"/>
              <a:defRPr>
                <a:solidFill>
                  <a:schemeClr val="lt1"/>
                </a:solidFill>
              </a:defRPr>
            </a:lvl8pPr>
            <a:lvl9pPr indent="-279400" lvl="8" marL="4114800">
              <a:spcBef>
                <a:spcPts val="0"/>
              </a:spcBef>
              <a:spcAft>
                <a:spcPts val="0"/>
              </a:spcAft>
              <a:buClr>
                <a:schemeClr val="lt1"/>
              </a:buClr>
              <a:buSzPts val="800"/>
              <a:buChar char="■"/>
              <a:defRPr>
                <a:solidFill>
                  <a:schemeClr val="lt1"/>
                </a:solidFill>
              </a:defRPr>
            </a:lvl9pPr>
          </a:lstStyle>
          <a:p/>
        </p:txBody>
      </p:sp>
    </p:spTree>
  </p:cSld>
  <p:clrMapOvr>
    <a:masterClrMapping/>
  </p:clrMapOvr>
  <p:extLst>
    <p:ext uri="{DCECCB84-F9BA-43D5-87BE-67443E8EF086}">
      <p15:sldGuideLst>
        <p15:guide id="1" pos="5688">
          <p15:clr>
            <a:srgbClr val="E46962"/>
          </p15:clr>
        </p15:guide>
        <p15:guide id="2" orient="horz" pos="3168">
          <p15:clr>
            <a:srgbClr val="E46962"/>
          </p15:clr>
        </p15:guide>
        <p15:guide id="3" orient="horz" pos="936">
          <p15:clr>
            <a:srgbClr val="E46962"/>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grid with header">
  <p:cSld name="CUSTOM_1">
    <p:spTree>
      <p:nvGrpSpPr>
        <p:cNvPr id="17" name="Shape 17"/>
        <p:cNvGrpSpPr/>
        <p:nvPr/>
      </p:nvGrpSpPr>
      <p:grpSpPr>
        <a:xfrm>
          <a:off x="0" y="0"/>
          <a:ext cx="0" cy="0"/>
          <a:chOff x="0" y="0"/>
          <a:chExt cx="0" cy="0"/>
        </a:xfrm>
      </p:grpSpPr>
      <p:grpSp>
        <p:nvGrpSpPr>
          <p:cNvPr id="18" name="Google Shape;18;p3"/>
          <p:cNvGrpSpPr/>
          <p:nvPr/>
        </p:nvGrpSpPr>
        <p:grpSpPr>
          <a:xfrm>
            <a:off x="-6096" y="-3429"/>
            <a:ext cx="9156192" cy="5150358"/>
            <a:chOff x="0" y="0"/>
            <a:chExt cx="12192000" cy="6858000"/>
          </a:xfrm>
        </p:grpSpPr>
        <p:sp>
          <p:nvSpPr>
            <p:cNvPr id="19" name="Google Shape;19;p3"/>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0" name="Google Shape;20;p3"/>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1" name="Google Shape;21;p3"/>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2" name="Google Shape;22;p3"/>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3" name="Google Shape;23;p3"/>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4" name="Google Shape;24;p3"/>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5" name="Google Shape;25;p3"/>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6" name="Google Shape;26;p3"/>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7" name="Google Shape;27;p3"/>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8" name="Google Shape;28;p3"/>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9" name="Google Shape;29;p3"/>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0" name="Google Shape;30;p3"/>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1" name="Google Shape;31;p3"/>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2" name="Google Shape;32;p3"/>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3" name="Google Shape;33;p3"/>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4" name="Google Shape;34;p3"/>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5" name="Google Shape;35;p3"/>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6" name="Google Shape;36;p3"/>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7" name="Google Shape;37;p3"/>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8" name="Google Shape;38;p3"/>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9" name="Google Shape;39;p3"/>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0" name="Google Shape;40;p3"/>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1" name="Google Shape;41;p3"/>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2" name="Google Shape;42;p3"/>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3" name="Google Shape;43;p3"/>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4" name="Google Shape;44;p3"/>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5" name="Google Shape;45;p3"/>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6" name="Google Shape;46;p3"/>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7" name="Google Shape;47;p3"/>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8" name="Google Shape;48;p3"/>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9" name="Google Shape;49;p3"/>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0" name="Google Shape;50;p3"/>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1" name="Google Shape;51;p3"/>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2" name="Google Shape;52;p3"/>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3" name="Google Shape;53;p3"/>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4" name="Google Shape;54;p3"/>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5" name="Google Shape;55;p3"/>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6" name="Google Shape;56;p3"/>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7" name="Google Shape;57;p3"/>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8" name="Google Shape;58;p3"/>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9" name="Google Shape;59;p3"/>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0" name="Google Shape;60;p3"/>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1" name="Google Shape;61;p3"/>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2" name="Google Shape;62;p3"/>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3" name="Google Shape;63;p3"/>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4" name="Google Shape;64;p3"/>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5" name="Google Shape;65;p3"/>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6" name="Google Shape;66;p3"/>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7" name="Google Shape;67;p3"/>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8" name="Google Shape;68;p3"/>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9" name="Google Shape;69;p3"/>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0" name="Google Shape;70;p3"/>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1" name="Google Shape;71;p3"/>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2" name="Google Shape;72;p3"/>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3" name="Google Shape;73;p3"/>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4" name="Google Shape;74;p3"/>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5" name="Google Shape;75;p3"/>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6" name="Google Shape;76;p3"/>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7" name="Google Shape;77;p3"/>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78" name="Google Shape;78;p3"/>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9" name="Google Shape;79;p3"/>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
        <p:nvSpPr>
          <p:cNvPr id="80" name="Google Shape;80;p3"/>
          <p:cNvSpPr txBox="1"/>
          <p:nvPr>
            <p:ph idx="1" type="body"/>
          </p:nvPr>
        </p:nvSpPr>
        <p:spPr>
          <a:xfrm>
            <a:off x="7895425" y="-39600"/>
            <a:ext cx="1138500" cy="337200"/>
          </a:xfrm>
          <a:prstGeom prst="rect">
            <a:avLst/>
          </a:prstGeom>
        </p:spPr>
        <p:txBody>
          <a:bodyPr anchorCtr="0" anchor="t" bIns="91425" lIns="91425" spcFirstLastPara="1" rIns="91425" wrap="square" tIns="91425">
            <a:spAutoFit/>
          </a:bodyPr>
          <a:lstStyle>
            <a:lvl1pPr indent="-279400" lvl="0" marL="457200" algn="r">
              <a:spcBef>
                <a:spcPts val="0"/>
              </a:spcBef>
              <a:spcAft>
                <a:spcPts val="0"/>
              </a:spcAft>
              <a:buClr>
                <a:schemeClr val="lt1"/>
              </a:buClr>
              <a:buSzPts val="800"/>
              <a:buChar char="●"/>
              <a:defRPr>
                <a:solidFill>
                  <a:schemeClr val="lt1"/>
                </a:solidFill>
              </a:defRPr>
            </a:lvl1pPr>
            <a:lvl2pPr indent="-279400" lvl="1" marL="914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2pPr>
            <a:lvl3pPr indent="-279400" lvl="2" marL="1371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3pPr>
            <a:lvl4pPr indent="-279400" lvl="3" marL="1828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4pPr>
            <a:lvl5pPr indent="-279400" lvl="4" marL="22860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5pPr>
            <a:lvl6pPr indent="-279400" lvl="5" marL="27432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6pPr>
            <a:lvl7pPr indent="-279400" lvl="6" marL="3200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7pPr>
            <a:lvl8pPr indent="-279400" lvl="7" marL="3657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8pPr>
            <a:lvl9pPr indent="-279400" lvl="8" marL="4114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9pPr>
          </a:lstStyle>
          <a:p/>
        </p:txBody>
      </p:sp>
      <p:sp>
        <p:nvSpPr>
          <p:cNvPr id="81" name="Google Shape;81;p3"/>
          <p:cNvSpPr txBox="1"/>
          <p:nvPr>
            <p:ph idx="2" type="body"/>
          </p:nvPr>
        </p:nvSpPr>
        <p:spPr>
          <a:xfrm>
            <a:off x="167325" y="-39600"/>
            <a:ext cx="1169700" cy="337200"/>
          </a:xfrm>
          <a:prstGeom prst="rect">
            <a:avLst/>
          </a:prstGeom>
        </p:spPr>
        <p:txBody>
          <a:bodyPr anchorCtr="0" anchor="t" bIns="91425" lIns="91425" spcFirstLastPara="1" rIns="91425" wrap="square" tIns="91425">
            <a:spAutoFit/>
          </a:bodyPr>
          <a:lstStyle>
            <a:lvl1pPr indent="-279400" lvl="0" marL="4572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1pPr>
            <a:lvl2pPr indent="-279400" lvl="1" marL="914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2pPr>
            <a:lvl3pPr indent="-279400" lvl="2" marL="1371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3pPr>
            <a:lvl4pPr indent="-279400" lvl="3" marL="1828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4pPr>
            <a:lvl5pPr indent="-279400" lvl="4" marL="22860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5pPr>
            <a:lvl6pPr indent="-279400" lvl="5" marL="27432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6pPr>
            <a:lvl7pPr indent="-279400" lvl="6" marL="3200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7pPr>
            <a:lvl8pPr indent="-279400" lvl="7" marL="3657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8pPr>
            <a:lvl9pPr indent="-279400" lvl="8" marL="4114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9pPr>
          </a:lstStyle>
          <a:p/>
        </p:txBody>
      </p:sp>
      <p:sp>
        <p:nvSpPr>
          <p:cNvPr id="82" name="Google Shape;82;p3"/>
          <p:cNvSpPr txBox="1"/>
          <p:nvPr>
            <p:ph idx="3" type="body"/>
          </p:nvPr>
        </p:nvSpPr>
        <p:spPr>
          <a:xfrm>
            <a:off x="940775" y="-39600"/>
            <a:ext cx="3810300" cy="337200"/>
          </a:xfrm>
          <a:prstGeom prst="rect">
            <a:avLst/>
          </a:prstGeom>
        </p:spPr>
        <p:txBody>
          <a:bodyPr anchorCtr="0" anchor="t" bIns="91425" lIns="91425" spcFirstLastPara="1" rIns="91425" wrap="square" tIns="91425">
            <a:spAutoFit/>
          </a:bodyPr>
          <a:lstStyle>
            <a:lvl1pPr indent="-279400" lvl="0" marL="457200">
              <a:spcBef>
                <a:spcPts val="0"/>
              </a:spcBef>
              <a:spcAft>
                <a:spcPts val="0"/>
              </a:spcAft>
              <a:buClr>
                <a:schemeClr val="lt1"/>
              </a:buClr>
              <a:buSzPts val="800"/>
              <a:buChar char="●"/>
              <a:defRPr>
                <a:solidFill>
                  <a:schemeClr val="lt1"/>
                </a:solidFill>
              </a:defRPr>
            </a:lvl1pPr>
            <a:lvl2pPr indent="-279400" lvl="1" marL="914400">
              <a:spcBef>
                <a:spcPts val="0"/>
              </a:spcBef>
              <a:spcAft>
                <a:spcPts val="0"/>
              </a:spcAft>
              <a:buClr>
                <a:schemeClr val="lt1"/>
              </a:buClr>
              <a:buSzPts val="800"/>
              <a:buChar char="○"/>
              <a:defRPr>
                <a:solidFill>
                  <a:schemeClr val="lt1"/>
                </a:solidFill>
              </a:defRPr>
            </a:lvl2pPr>
            <a:lvl3pPr indent="-279400" lvl="2" marL="1371600">
              <a:spcBef>
                <a:spcPts val="0"/>
              </a:spcBef>
              <a:spcAft>
                <a:spcPts val="0"/>
              </a:spcAft>
              <a:buClr>
                <a:schemeClr val="lt1"/>
              </a:buClr>
              <a:buSzPts val="800"/>
              <a:buChar char="■"/>
              <a:defRPr>
                <a:solidFill>
                  <a:schemeClr val="lt1"/>
                </a:solidFill>
              </a:defRPr>
            </a:lvl3pPr>
            <a:lvl4pPr indent="-279400" lvl="3" marL="1828800">
              <a:spcBef>
                <a:spcPts val="0"/>
              </a:spcBef>
              <a:spcAft>
                <a:spcPts val="0"/>
              </a:spcAft>
              <a:buClr>
                <a:schemeClr val="lt1"/>
              </a:buClr>
              <a:buSzPts val="800"/>
              <a:buChar char="●"/>
              <a:defRPr>
                <a:solidFill>
                  <a:schemeClr val="lt1"/>
                </a:solidFill>
              </a:defRPr>
            </a:lvl4pPr>
            <a:lvl5pPr indent="-279400" lvl="4" marL="2286000">
              <a:spcBef>
                <a:spcPts val="0"/>
              </a:spcBef>
              <a:spcAft>
                <a:spcPts val="0"/>
              </a:spcAft>
              <a:buClr>
                <a:schemeClr val="lt1"/>
              </a:buClr>
              <a:buSzPts val="800"/>
              <a:buChar char="○"/>
              <a:defRPr>
                <a:solidFill>
                  <a:schemeClr val="lt1"/>
                </a:solidFill>
              </a:defRPr>
            </a:lvl5pPr>
            <a:lvl6pPr indent="-279400" lvl="5" marL="2743200">
              <a:spcBef>
                <a:spcPts val="0"/>
              </a:spcBef>
              <a:spcAft>
                <a:spcPts val="0"/>
              </a:spcAft>
              <a:buClr>
                <a:schemeClr val="lt1"/>
              </a:buClr>
              <a:buSzPts val="800"/>
              <a:buChar char="■"/>
              <a:defRPr>
                <a:solidFill>
                  <a:schemeClr val="lt1"/>
                </a:solidFill>
              </a:defRPr>
            </a:lvl6pPr>
            <a:lvl7pPr indent="-279400" lvl="6" marL="3200400">
              <a:spcBef>
                <a:spcPts val="0"/>
              </a:spcBef>
              <a:spcAft>
                <a:spcPts val="0"/>
              </a:spcAft>
              <a:buClr>
                <a:schemeClr val="lt1"/>
              </a:buClr>
              <a:buSzPts val="800"/>
              <a:buChar char="●"/>
              <a:defRPr>
                <a:solidFill>
                  <a:schemeClr val="lt1"/>
                </a:solidFill>
              </a:defRPr>
            </a:lvl7pPr>
            <a:lvl8pPr indent="-279400" lvl="7" marL="3657600">
              <a:spcBef>
                <a:spcPts val="0"/>
              </a:spcBef>
              <a:spcAft>
                <a:spcPts val="0"/>
              </a:spcAft>
              <a:buClr>
                <a:schemeClr val="lt1"/>
              </a:buClr>
              <a:buSzPts val="800"/>
              <a:buChar char="○"/>
              <a:defRPr>
                <a:solidFill>
                  <a:schemeClr val="lt1"/>
                </a:solidFill>
              </a:defRPr>
            </a:lvl8pPr>
            <a:lvl9pPr indent="-279400" lvl="8" marL="4114800">
              <a:spcBef>
                <a:spcPts val="0"/>
              </a:spcBef>
              <a:spcAft>
                <a:spcPts val="0"/>
              </a:spcAft>
              <a:buClr>
                <a:schemeClr val="lt1"/>
              </a:buClr>
              <a:buSzPts val="800"/>
              <a:buChar char="■"/>
              <a:defRPr>
                <a:solidFill>
                  <a:schemeClr val="lt1"/>
                </a:solidFill>
              </a:defRPr>
            </a:lvl9pPr>
          </a:lstStyle>
          <a:p/>
        </p:txBody>
      </p:sp>
      <p:sp>
        <p:nvSpPr>
          <p:cNvPr id="83" name="Google Shape;83;p3"/>
          <p:cNvSpPr txBox="1"/>
          <p:nvPr>
            <p:ph idx="4" type="subTitle"/>
          </p:nvPr>
        </p:nvSpPr>
        <p:spPr>
          <a:xfrm>
            <a:off x="5767125" y="572700"/>
            <a:ext cx="3238500" cy="9132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4" name="Google Shape;84;p3"/>
          <p:cNvSpPr txBox="1"/>
          <p:nvPr>
            <p:ph type="title"/>
          </p:nvPr>
        </p:nvSpPr>
        <p:spPr>
          <a:xfrm>
            <a:off x="208725" y="344175"/>
            <a:ext cx="5340900" cy="1818300"/>
          </a:xfrm>
          <a:prstGeom prst="rect">
            <a:avLst/>
          </a:prstGeom>
        </p:spPr>
        <p:txBody>
          <a:bodyPr anchorCtr="0" anchor="t" bIns="91425" lIns="91425" spcFirstLastPara="1" rIns="91425" wrap="square" tIns="91425">
            <a:spAutoFit/>
          </a:bodyPr>
          <a:lstStyle>
            <a:lvl1pPr lvl="0">
              <a:spcBef>
                <a:spcPts val="0"/>
              </a:spcBef>
              <a:spcAft>
                <a:spcPts val="0"/>
              </a:spcAft>
              <a:buSzPts val="6000"/>
              <a:buNone/>
              <a:defRPr sz="6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extLst>
    <p:ext uri="{DCECCB84-F9BA-43D5-87BE-67443E8EF086}">
      <p15:sldGuideLst>
        <p15:guide id="1" pos="5688">
          <p15:clr>
            <a:srgbClr val="E46962"/>
          </p15:clr>
        </p15:guide>
        <p15:guide id="2" orient="horz" pos="72">
          <p15:clr>
            <a:srgbClr val="E46962"/>
          </p15:clr>
        </p15:guide>
        <p15:guide id="3" orient="horz" pos="3168">
          <p15:clr>
            <a:srgbClr val="E46962"/>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with header">
  <p:cSld name="CUSTOM_1_1">
    <p:spTree>
      <p:nvGrpSpPr>
        <p:cNvPr id="85" name="Shape 85"/>
        <p:cNvGrpSpPr/>
        <p:nvPr/>
      </p:nvGrpSpPr>
      <p:grpSpPr>
        <a:xfrm>
          <a:off x="0" y="0"/>
          <a:ext cx="0" cy="0"/>
          <a:chOff x="0" y="0"/>
          <a:chExt cx="0" cy="0"/>
        </a:xfrm>
      </p:grpSpPr>
      <p:grpSp>
        <p:nvGrpSpPr>
          <p:cNvPr id="86" name="Google Shape;86;p4"/>
          <p:cNvGrpSpPr/>
          <p:nvPr/>
        </p:nvGrpSpPr>
        <p:grpSpPr>
          <a:xfrm>
            <a:off x="-6096" y="-3429"/>
            <a:ext cx="9156192" cy="5150358"/>
            <a:chOff x="0" y="0"/>
            <a:chExt cx="12192000" cy="6858000"/>
          </a:xfrm>
        </p:grpSpPr>
        <p:sp>
          <p:nvSpPr>
            <p:cNvPr id="87" name="Google Shape;87;p4"/>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8" name="Google Shape;88;p4"/>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9" name="Google Shape;89;p4"/>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0" name="Google Shape;90;p4"/>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1" name="Google Shape;91;p4"/>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2" name="Google Shape;92;p4"/>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3" name="Google Shape;93;p4"/>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4" name="Google Shape;94;p4"/>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5" name="Google Shape;95;p4"/>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6" name="Google Shape;96;p4"/>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7" name="Google Shape;97;p4"/>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8" name="Google Shape;98;p4"/>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9" name="Google Shape;99;p4"/>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0" name="Google Shape;100;p4"/>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1" name="Google Shape;101;p4"/>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2" name="Google Shape;102;p4"/>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3" name="Google Shape;103;p4"/>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4" name="Google Shape;104;p4"/>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5" name="Google Shape;105;p4"/>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6" name="Google Shape;106;p4"/>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7" name="Google Shape;107;p4"/>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8" name="Google Shape;108;p4"/>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9" name="Google Shape;109;p4"/>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0" name="Google Shape;110;p4"/>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1" name="Google Shape;111;p4"/>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2" name="Google Shape;112;p4"/>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3" name="Google Shape;113;p4"/>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4" name="Google Shape;114;p4"/>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5" name="Google Shape;115;p4"/>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6" name="Google Shape;116;p4"/>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7" name="Google Shape;117;p4"/>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8" name="Google Shape;118;p4"/>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9" name="Google Shape;119;p4"/>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0" name="Google Shape;120;p4"/>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1" name="Google Shape;121;p4"/>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2" name="Google Shape;122;p4"/>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3" name="Google Shape;123;p4"/>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4" name="Google Shape;124;p4"/>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5" name="Google Shape;125;p4"/>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6" name="Google Shape;126;p4"/>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7" name="Google Shape;127;p4"/>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8" name="Google Shape;128;p4"/>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9" name="Google Shape;129;p4"/>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0" name="Google Shape;130;p4"/>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1" name="Google Shape;131;p4"/>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2" name="Google Shape;132;p4"/>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3" name="Google Shape;133;p4"/>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4" name="Google Shape;134;p4"/>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5" name="Google Shape;135;p4"/>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6" name="Google Shape;136;p4"/>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7" name="Google Shape;137;p4"/>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8" name="Google Shape;138;p4"/>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9" name="Google Shape;139;p4"/>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0" name="Google Shape;140;p4"/>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1" name="Google Shape;141;p4"/>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2" name="Google Shape;142;p4"/>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3" name="Google Shape;143;p4"/>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4" name="Google Shape;144;p4"/>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5" name="Google Shape;145;p4"/>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146" name="Google Shape;146;p4"/>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7" name="Google Shape;147;p4"/>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
        <p:nvSpPr>
          <p:cNvPr id="148" name="Google Shape;148;p4"/>
          <p:cNvSpPr txBox="1"/>
          <p:nvPr>
            <p:ph type="title"/>
          </p:nvPr>
        </p:nvSpPr>
        <p:spPr>
          <a:xfrm>
            <a:off x="1579100" y="491225"/>
            <a:ext cx="4966200" cy="796200"/>
          </a:xfrm>
          <a:prstGeom prst="rect">
            <a:avLst/>
          </a:prstGeom>
        </p:spPr>
        <p:txBody>
          <a:bodyPr anchorCtr="0" anchor="t" bIns="91425" lIns="91425" spcFirstLastPara="1" rIns="91425" wrap="square" tIns="91425">
            <a:spAutoFit/>
          </a:bodyPr>
          <a:lstStyle>
            <a:lvl1pPr lvl="0">
              <a:spcBef>
                <a:spcPts val="0"/>
              </a:spcBef>
              <a:spcAft>
                <a:spcPts val="0"/>
              </a:spcAft>
              <a:buSzPts val="4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49" name="Google Shape;149;p4"/>
          <p:cNvSpPr txBox="1"/>
          <p:nvPr>
            <p:ph idx="1" type="body"/>
          </p:nvPr>
        </p:nvSpPr>
        <p:spPr>
          <a:xfrm>
            <a:off x="7895425" y="-39600"/>
            <a:ext cx="1138500" cy="337200"/>
          </a:xfrm>
          <a:prstGeom prst="rect">
            <a:avLst/>
          </a:prstGeom>
        </p:spPr>
        <p:txBody>
          <a:bodyPr anchorCtr="0" anchor="t" bIns="91425" lIns="91425" spcFirstLastPara="1" rIns="91425" wrap="square" tIns="91425">
            <a:spAutoFit/>
          </a:bodyPr>
          <a:lstStyle>
            <a:lvl1pPr indent="-279400" lvl="0" marL="457200" algn="r">
              <a:spcBef>
                <a:spcPts val="0"/>
              </a:spcBef>
              <a:spcAft>
                <a:spcPts val="0"/>
              </a:spcAft>
              <a:buClr>
                <a:schemeClr val="lt1"/>
              </a:buClr>
              <a:buSzPts val="800"/>
              <a:buChar char="●"/>
              <a:defRPr>
                <a:solidFill>
                  <a:schemeClr val="lt1"/>
                </a:solidFill>
              </a:defRPr>
            </a:lvl1pPr>
            <a:lvl2pPr indent="-279400" lvl="1" marL="914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2pPr>
            <a:lvl3pPr indent="-279400" lvl="2" marL="1371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3pPr>
            <a:lvl4pPr indent="-279400" lvl="3" marL="1828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4pPr>
            <a:lvl5pPr indent="-279400" lvl="4" marL="22860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5pPr>
            <a:lvl6pPr indent="-279400" lvl="5" marL="27432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6pPr>
            <a:lvl7pPr indent="-279400" lvl="6" marL="3200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7pPr>
            <a:lvl8pPr indent="-279400" lvl="7" marL="3657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8pPr>
            <a:lvl9pPr indent="-279400" lvl="8" marL="4114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9pPr>
          </a:lstStyle>
          <a:p/>
        </p:txBody>
      </p:sp>
      <p:sp>
        <p:nvSpPr>
          <p:cNvPr id="150" name="Google Shape;150;p4"/>
          <p:cNvSpPr txBox="1"/>
          <p:nvPr>
            <p:ph idx="2" type="body"/>
          </p:nvPr>
        </p:nvSpPr>
        <p:spPr>
          <a:xfrm>
            <a:off x="167325" y="-39600"/>
            <a:ext cx="1169700" cy="337200"/>
          </a:xfrm>
          <a:prstGeom prst="rect">
            <a:avLst/>
          </a:prstGeom>
        </p:spPr>
        <p:txBody>
          <a:bodyPr anchorCtr="0" anchor="t" bIns="91425" lIns="91425" spcFirstLastPara="1" rIns="91425" wrap="square" tIns="91425">
            <a:spAutoFit/>
          </a:bodyPr>
          <a:lstStyle>
            <a:lvl1pPr indent="-279400" lvl="0" marL="4572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1pPr>
            <a:lvl2pPr indent="-279400" lvl="1" marL="914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2pPr>
            <a:lvl3pPr indent="-279400" lvl="2" marL="1371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3pPr>
            <a:lvl4pPr indent="-279400" lvl="3" marL="1828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4pPr>
            <a:lvl5pPr indent="-279400" lvl="4" marL="22860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5pPr>
            <a:lvl6pPr indent="-279400" lvl="5" marL="27432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6pPr>
            <a:lvl7pPr indent="-279400" lvl="6" marL="3200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7pPr>
            <a:lvl8pPr indent="-279400" lvl="7" marL="3657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8pPr>
            <a:lvl9pPr indent="-279400" lvl="8" marL="4114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9pPr>
          </a:lstStyle>
          <a:p/>
        </p:txBody>
      </p:sp>
      <p:sp>
        <p:nvSpPr>
          <p:cNvPr id="151" name="Google Shape;151;p4"/>
          <p:cNvSpPr txBox="1"/>
          <p:nvPr>
            <p:ph idx="3" type="body"/>
          </p:nvPr>
        </p:nvSpPr>
        <p:spPr>
          <a:xfrm>
            <a:off x="940775" y="-39600"/>
            <a:ext cx="3810300" cy="337200"/>
          </a:xfrm>
          <a:prstGeom prst="rect">
            <a:avLst/>
          </a:prstGeom>
        </p:spPr>
        <p:txBody>
          <a:bodyPr anchorCtr="0" anchor="t" bIns="91425" lIns="91425" spcFirstLastPara="1" rIns="91425" wrap="square" tIns="91425">
            <a:spAutoFit/>
          </a:bodyPr>
          <a:lstStyle>
            <a:lvl1pPr indent="-279400" lvl="0" marL="457200">
              <a:spcBef>
                <a:spcPts val="0"/>
              </a:spcBef>
              <a:spcAft>
                <a:spcPts val="0"/>
              </a:spcAft>
              <a:buClr>
                <a:schemeClr val="lt1"/>
              </a:buClr>
              <a:buSzPts val="800"/>
              <a:buChar char="●"/>
              <a:defRPr>
                <a:solidFill>
                  <a:schemeClr val="lt1"/>
                </a:solidFill>
              </a:defRPr>
            </a:lvl1pPr>
            <a:lvl2pPr indent="-279400" lvl="1" marL="914400">
              <a:spcBef>
                <a:spcPts val="0"/>
              </a:spcBef>
              <a:spcAft>
                <a:spcPts val="0"/>
              </a:spcAft>
              <a:buClr>
                <a:schemeClr val="lt1"/>
              </a:buClr>
              <a:buSzPts val="800"/>
              <a:buChar char="○"/>
              <a:defRPr>
                <a:solidFill>
                  <a:schemeClr val="lt1"/>
                </a:solidFill>
              </a:defRPr>
            </a:lvl2pPr>
            <a:lvl3pPr indent="-279400" lvl="2" marL="1371600">
              <a:spcBef>
                <a:spcPts val="0"/>
              </a:spcBef>
              <a:spcAft>
                <a:spcPts val="0"/>
              </a:spcAft>
              <a:buClr>
                <a:schemeClr val="lt1"/>
              </a:buClr>
              <a:buSzPts val="800"/>
              <a:buChar char="■"/>
              <a:defRPr>
                <a:solidFill>
                  <a:schemeClr val="lt1"/>
                </a:solidFill>
              </a:defRPr>
            </a:lvl3pPr>
            <a:lvl4pPr indent="-279400" lvl="3" marL="1828800">
              <a:spcBef>
                <a:spcPts val="0"/>
              </a:spcBef>
              <a:spcAft>
                <a:spcPts val="0"/>
              </a:spcAft>
              <a:buClr>
                <a:schemeClr val="lt1"/>
              </a:buClr>
              <a:buSzPts val="800"/>
              <a:buChar char="●"/>
              <a:defRPr>
                <a:solidFill>
                  <a:schemeClr val="lt1"/>
                </a:solidFill>
              </a:defRPr>
            </a:lvl4pPr>
            <a:lvl5pPr indent="-279400" lvl="4" marL="2286000">
              <a:spcBef>
                <a:spcPts val="0"/>
              </a:spcBef>
              <a:spcAft>
                <a:spcPts val="0"/>
              </a:spcAft>
              <a:buClr>
                <a:schemeClr val="lt1"/>
              </a:buClr>
              <a:buSzPts val="800"/>
              <a:buChar char="○"/>
              <a:defRPr>
                <a:solidFill>
                  <a:schemeClr val="lt1"/>
                </a:solidFill>
              </a:defRPr>
            </a:lvl5pPr>
            <a:lvl6pPr indent="-279400" lvl="5" marL="2743200">
              <a:spcBef>
                <a:spcPts val="0"/>
              </a:spcBef>
              <a:spcAft>
                <a:spcPts val="0"/>
              </a:spcAft>
              <a:buClr>
                <a:schemeClr val="lt1"/>
              </a:buClr>
              <a:buSzPts val="800"/>
              <a:buChar char="■"/>
              <a:defRPr>
                <a:solidFill>
                  <a:schemeClr val="lt1"/>
                </a:solidFill>
              </a:defRPr>
            </a:lvl6pPr>
            <a:lvl7pPr indent="-279400" lvl="6" marL="3200400">
              <a:spcBef>
                <a:spcPts val="0"/>
              </a:spcBef>
              <a:spcAft>
                <a:spcPts val="0"/>
              </a:spcAft>
              <a:buClr>
                <a:schemeClr val="lt1"/>
              </a:buClr>
              <a:buSzPts val="800"/>
              <a:buChar char="●"/>
              <a:defRPr>
                <a:solidFill>
                  <a:schemeClr val="lt1"/>
                </a:solidFill>
              </a:defRPr>
            </a:lvl7pPr>
            <a:lvl8pPr indent="-279400" lvl="7" marL="3657600">
              <a:spcBef>
                <a:spcPts val="0"/>
              </a:spcBef>
              <a:spcAft>
                <a:spcPts val="0"/>
              </a:spcAft>
              <a:buClr>
                <a:schemeClr val="lt1"/>
              </a:buClr>
              <a:buSzPts val="800"/>
              <a:buChar char="○"/>
              <a:defRPr>
                <a:solidFill>
                  <a:schemeClr val="lt1"/>
                </a:solidFill>
              </a:defRPr>
            </a:lvl8pPr>
            <a:lvl9pPr indent="-279400" lvl="8" marL="4114800">
              <a:spcBef>
                <a:spcPts val="0"/>
              </a:spcBef>
              <a:spcAft>
                <a:spcPts val="0"/>
              </a:spcAft>
              <a:buClr>
                <a:schemeClr val="lt1"/>
              </a:buClr>
              <a:buSzPts val="800"/>
              <a:buChar char="■"/>
              <a:defRPr>
                <a:solidFill>
                  <a:schemeClr val="lt1"/>
                </a:solidFill>
              </a:defRPr>
            </a:lvl9pPr>
          </a:lstStyle>
          <a:p/>
        </p:txBody>
      </p:sp>
    </p:spTree>
  </p:cSld>
  <p:clrMapOvr>
    <a:masterClrMapping/>
  </p:clrMapOvr>
  <p:extLst>
    <p:ext uri="{DCECCB84-F9BA-43D5-87BE-67443E8EF086}">
      <p15:sldGuideLst>
        <p15:guide id="1" pos="5688">
          <p15:clr>
            <a:srgbClr val="E46962"/>
          </p15:clr>
        </p15:guide>
        <p15:guide id="2" orient="horz" pos="72">
          <p15:clr>
            <a:srgbClr val="E46962"/>
          </p15:clr>
        </p15:guide>
        <p15:guide id="3" orient="horz" pos="3168">
          <p15:clr>
            <a:srgbClr val="E46962"/>
          </p15:clr>
        </p15:guide>
        <p15:guide id="4" orient="horz" pos="720">
          <p15:clr>
            <a:srgbClr val="E46962"/>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s with header">
  <p:cSld name="CUSTOM_1_1_1_1">
    <p:spTree>
      <p:nvGrpSpPr>
        <p:cNvPr id="152" name="Shape 152"/>
        <p:cNvGrpSpPr/>
        <p:nvPr/>
      </p:nvGrpSpPr>
      <p:grpSpPr>
        <a:xfrm>
          <a:off x="0" y="0"/>
          <a:ext cx="0" cy="0"/>
          <a:chOff x="0" y="0"/>
          <a:chExt cx="0" cy="0"/>
        </a:xfrm>
      </p:grpSpPr>
      <p:grpSp>
        <p:nvGrpSpPr>
          <p:cNvPr id="153" name="Google Shape;153;p5"/>
          <p:cNvGrpSpPr/>
          <p:nvPr/>
        </p:nvGrpSpPr>
        <p:grpSpPr>
          <a:xfrm>
            <a:off x="-6096" y="-3429"/>
            <a:ext cx="9156192" cy="5150358"/>
            <a:chOff x="0" y="0"/>
            <a:chExt cx="12192000" cy="6858000"/>
          </a:xfrm>
        </p:grpSpPr>
        <p:sp>
          <p:nvSpPr>
            <p:cNvPr id="154" name="Google Shape;154;p5"/>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5" name="Google Shape;155;p5"/>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6" name="Google Shape;156;p5"/>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7" name="Google Shape;157;p5"/>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8" name="Google Shape;158;p5"/>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9" name="Google Shape;159;p5"/>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0" name="Google Shape;160;p5"/>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1" name="Google Shape;161;p5"/>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2" name="Google Shape;162;p5"/>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3" name="Google Shape;163;p5"/>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4" name="Google Shape;164;p5"/>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5" name="Google Shape;165;p5"/>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6" name="Google Shape;166;p5"/>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7" name="Google Shape;167;p5"/>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8" name="Google Shape;168;p5"/>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9" name="Google Shape;169;p5"/>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0" name="Google Shape;170;p5"/>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1" name="Google Shape;171;p5"/>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2" name="Google Shape;172;p5"/>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3" name="Google Shape;173;p5"/>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4" name="Google Shape;174;p5"/>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5" name="Google Shape;175;p5"/>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6" name="Google Shape;176;p5"/>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7" name="Google Shape;177;p5"/>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8" name="Google Shape;178;p5"/>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9" name="Google Shape;179;p5"/>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0" name="Google Shape;180;p5"/>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1" name="Google Shape;181;p5"/>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2" name="Google Shape;182;p5"/>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3" name="Google Shape;183;p5"/>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4" name="Google Shape;184;p5"/>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5" name="Google Shape;185;p5"/>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6" name="Google Shape;186;p5"/>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7" name="Google Shape;187;p5"/>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8" name="Google Shape;188;p5"/>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9" name="Google Shape;189;p5"/>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0" name="Google Shape;190;p5"/>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1" name="Google Shape;191;p5"/>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2" name="Google Shape;192;p5"/>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3" name="Google Shape;193;p5"/>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4" name="Google Shape;194;p5"/>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5" name="Google Shape;195;p5"/>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6" name="Google Shape;196;p5"/>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7" name="Google Shape;197;p5"/>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8" name="Google Shape;198;p5"/>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9" name="Google Shape;199;p5"/>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00" name="Google Shape;200;p5"/>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01" name="Google Shape;201;p5"/>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02" name="Google Shape;202;p5"/>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03" name="Google Shape;203;p5"/>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04" name="Google Shape;204;p5"/>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05" name="Google Shape;205;p5"/>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06" name="Google Shape;206;p5"/>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07" name="Google Shape;207;p5"/>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08" name="Google Shape;208;p5"/>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09" name="Google Shape;209;p5"/>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10" name="Google Shape;210;p5"/>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11" name="Google Shape;211;p5"/>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12" name="Google Shape;212;p5"/>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213" name="Google Shape;213;p5"/>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4" name="Google Shape;214;p5"/>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
        <p:nvSpPr>
          <p:cNvPr id="215" name="Google Shape;215;p5"/>
          <p:cNvSpPr txBox="1"/>
          <p:nvPr>
            <p:ph idx="1" type="body"/>
          </p:nvPr>
        </p:nvSpPr>
        <p:spPr>
          <a:xfrm>
            <a:off x="7895425" y="-39600"/>
            <a:ext cx="1138500" cy="337200"/>
          </a:xfrm>
          <a:prstGeom prst="rect">
            <a:avLst/>
          </a:prstGeom>
        </p:spPr>
        <p:txBody>
          <a:bodyPr anchorCtr="0" anchor="t" bIns="91425" lIns="91425" spcFirstLastPara="1" rIns="91425" wrap="square" tIns="91425">
            <a:spAutoFit/>
          </a:bodyPr>
          <a:lstStyle>
            <a:lvl1pPr indent="-279400" lvl="0" marL="457200" algn="r">
              <a:spcBef>
                <a:spcPts val="0"/>
              </a:spcBef>
              <a:spcAft>
                <a:spcPts val="0"/>
              </a:spcAft>
              <a:buClr>
                <a:schemeClr val="lt1"/>
              </a:buClr>
              <a:buSzPts val="800"/>
              <a:buChar char="●"/>
              <a:defRPr>
                <a:solidFill>
                  <a:schemeClr val="lt1"/>
                </a:solidFill>
              </a:defRPr>
            </a:lvl1pPr>
            <a:lvl2pPr indent="-279400" lvl="1" marL="914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2pPr>
            <a:lvl3pPr indent="-279400" lvl="2" marL="1371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3pPr>
            <a:lvl4pPr indent="-279400" lvl="3" marL="1828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4pPr>
            <a:lvl5pPr indent="-279400" lvl="4" marL="22860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5pPr>
            <a:lvl6pPr indent="-279400" lvl="5" marL="27432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6pPr>
            <a:lvl7pPr indent="-279400" lvl="6" marL="3200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7pPr>
            <a:lvl8pPr indent="-279400" lvl="7" marL="3657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8pPr>
            <a:lvl9pPr indent="-279400" lvl="8" marL="4114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9pPr>
          </a:lstStyle>
          <a:p/>
        </p:txBody>
      </p:sp>
      <p:sp>
        <p:nvSpPr>
          <p:cNvPr id="216" name="Google Shape;216;p5"/>
          <p:cNvSpPr txBox="1"/>
          <p:nvPr>
            <p:ph idx="2" type="body"/>
          </p:nvPr>
        </p:nvSpPr>
        <p:spPr>
          <a:xfrm>
            <a:off x="167325" y="-39600"/>
            <a:ext cx="1169700" cy="337200"/>
          </a:xfrm>
          <a:prstGeom prst="rect">
            <a:avLst/>
          </a:prstGeom>
        </p:spPr>
        <p:txBody>
          <a:bodyPr anchorCtr="0" anchor="t" bIns="91425" lIns="91425" spcFirstLastPara="1" rIns="91425" wrap="square" tIns="91425">
            <a:spAutoFit/>
          </a:bodyPr>
          <a:lstStyle>
            <a:lvl1pPr indent="-279400" lvl="0" marL="4572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1pPr>
            <a:lvl2pPr indent="-279400" lvl="1" marL="914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2pPr>
            <a:lvl3pPr indent="-279400" lvl="2" marL="1371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3pPr>
            <a:lvl4pPr indent="-279400" lvl="3" marL="1828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4pPr>
            <a:lvl5pPr indent="-279400" lvl="4" marL="22860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5pPr>
            <a:lvl6pPr indent="-279400" lvl="5" marL="27432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6pPr>
            <a:lvl7pPr indent="-279400" lvl="6" marL="3200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7pPr>
            <a:lvl8pPr indent="-279400" lvl="7" marL="3657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8pPr>
            <a:lvl9pPr indent="-279400" lvl="8" marL="4114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9pPr>
          </a:lstStyle>
          <a:p/>
        </p:txBody>
      </p:sp>
      <p:sp>
        <p:nvSpPr>
          <p:cNvPr id="217" name="Google Shape;217;p5"/>
          <p:cNvSpPr txBox="1"/>
          <p:nvPr>
            <p:ph idx="3" type="body"/>
          </p:nvPr>
        </p:nvSpPr>
        <p:spPr>
          <a:xfrm>
            <a:off x="940775" y="-39600"/>
            <a:ext cx="3810300" cy="337200"/>
          </a:xfrm>
          <a:prstGeom prst="rect">
            <a:avLst/>
          </a:prstGeom>
        </p:spPr>
        <p:txBody>
          <a:bodyPr anchorCtr="0" anchor="t" bIns="91425" lIns="91425" spcFirstLastPara="1" rIns="91425" wrap="square" tIns="91425">
            <a:spAutoFit/>
          </a:bodyPr>
          <a:lstStyle>
            <a:lvl1pPr indent="-279400" lvl="0" marL="457200">
              <a:spcBef>
                <a:spcPts val="0"/>
              </a:spcBef>
              <a:spcAft>
                <a:spcPts val="0"/>
              </a:spcAft>
              <a:buClr>
                <a:schemeClr val="lt1"/>
              </a:buClr>
              <a:buSzPts val="800"/>
              <a:buChar char="●"/>
              <a:defRPr>
                <a:solidFill>
                  <a:schemeClr val="lt1"/>
                </a:solidFill>
              </a:defRPr>
            </a:lvl1pPr>
            <a:lvl2pPr indent="-279400" lvl="1" marL="914400">
              <a:spcBef>
                <a:spcPts val="0"/>
              </a:spcBef>
              <a:spcAft>
                <a:spcPts val="0"/>
              </a:spcAft>
              <a:buClr>
                <a:schemeClr val="lt1"/>
              </a:buClr>
              <a:buSzPts val="800"/>
              <a:buChar char="○"/>
              <a:defRPr>
                <a:solidFill>
                  <a:schemeClr val="lt1"/>
                </a:solidFill>
              </a:defRPr>
            </a:lvl2pPr>
            <a:lvl3pPr indent="-279400" lvl="2" marL="1371600">
              <a:spcBef>
                <a:spcPts val="0"/>
              </a:spcBef>
              <a:spcAft>
                <a:spcPts val="0"/>
              </a:spcAft>
              <a:buClr>
                <a:schemeClr val="lt1"/>
              </a:buClr>
              <a:buSzPts val="800"/>
              <a:buChar char="■"/>
              <a:defRPr>
                <a:solidFill>
                  <a:schemeClr val="lt1"/>
                </a:solidFill>
              </a:defRPr>
            </a:lvl3pPr>
            <a:lvl4pPr indent="-279400" lvl="3" marL="1828800">
              <a:spcBef>
                <a:spcPts val="0"/>
              </a:spcBef>
              <a:spcAft>
                <a:spcPts val="0"/>
              </a:spcAft>
              <a:buClr>
                <a:schemeClr val="lt1"/>
              </a:buClr>
              <a:buSzPts val="800"/>
              <a:buChar char="●"/>
              <a:defRPr>
                <a:solidFill>
                  <a:schemeClr val="lt1"/>
                </a:solidFill>
              </a:defRPr>
            </a:lvl4pPr>
            <a:lvl5pPr indent="-279400" lvl="4" marL="2286000">
              <a:spcBef>
                <a:spcPts val="0"/>
              </a:spcBef>
              <a:spcAft>
                <a:spcPts val="0"/>
              </a:spcAft>
              <a:buClr>
                <a:schemeClr val="lt1"/>
              </a:buClr>
              <a:buSzPts val="800"/>
              <a:buChar char="○"/>
              <a:defRPr>
                <a:solidFill>
                  <a:schemeClr val="lt1"/>
                </a:solidFill>
              </a:defRPr>
            </a:lvl5pPr>
            <a:lvl6pPr indent="-279400" lvl="5" marL="2743200">
              <a:spcBef>
                <a:spcPts val="0"/>
              </a:spcBef>
              <a:spcAft>
                <a:spcPts val="0"/>
              </a:spcAft>
              <a:buClr>
                <a:schemeClr val="lt1"/>
              </a:buClr>
              <a:buSzPts val="800"/>
              <a:buChar char="■"/>
              <a:defRPr>
                <a:solidFill>
                  <a:schemeClr val="lt1"/>
                </a:solidFill>
              </a:defRPr>
            </a:lvl6pPr>
            <a:lvl7pPr indent="-279400" lvl="6" marL="3200400">
              <a:spcBef>
                <a:spcPts val="0"/>
              </a:spcBef>
              <a:spcAft>
                <a:spcPts val="0"/>
              </a:spcAft>
              <a:buClr>
                <a:schemeClr val="lt1"/>
              </a:buClr>
              <a:buSzPts val="800"/>
              <a:buChar char="●"/>
              <a:defRPr>
                <a:solidFill>
                  <a:schemeClr val="lt1"/>
                </a:solidFill>
              </a:defRPr>
            </a:lvl7pPr>
            <a:lvl8pPr indent="-279400" lvl="7" marL="3657600">
              <a:spcBef>
                <a:spcPts val="0"/>
              </a:spcBef>
              <a:spcAft>
                <a:spcPts val="0"/>
              </a:spcAft>
              <a:buClr>
                <a:schemeClr val="lt1"/>
              </a:buClr>
              <a:buSzPts val="800"/>
              <a:buChar char="○"/>
              <a:defRPr>
                <a:solidFill>
                  <a:schemeClr val="lt1"/>
                </a:solidFill>
              </a:defRPr>
            </a:lvl8pPr>
            <a:lvl9pPr indent="-279400" lvl="8" marL="4114800">
              <a:spcBef>
                <a:spcPts val="0"/>
              </a:spcBef>
              <a:spcAft>
                <a:spcPts val="0"/>
              </a:spcAft>
              <a:buClr>
                <a:schemeClr val="lt1"/>
              </a:buClr>
              <a:buSzPts val="800"/>
              <a:buChar char="■"/>
              <a:defRPr>
                <a:solidFill>
                  <a:schemeClr val="lt1"/>
                </a:solidFill>
              </a:defRPr>
            </a:lvl9pPr>
          </a:lstStyle>
          <a:p/>
        </p:txBody>
      </p:sp>
      <p:sp>
        <p:nvSpPr>
          <p:cNvPr id="218" name="Google Shape;218;p5"/>
          <p:cNvSpPr txBox="1"/>
          <p:nvPr>
            <p:ph idx="4" type="subTitle"/>
          </p:nvPr>
        </p:nvSpPr>
        <p:spPr>
          <a:xfrm>
            <a:off x="516425" y="2548200"/>
            <a:ext cx="3736200" cy="1277100"/>
          </a:xfrm>
          <a:prstGeom prst="rect">
            <a:avLst/>
          </a:prstGeom>
        </p:spPr>
        <p:txBody>
          <a:bodyPr anchorCtr="0" anchor="t" bIns="91425" lIns="91425" spcFirstLastPara="1" rIns="91425" wrap="square" tIns="91425">
            <a:sp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9" name="Google Shape;219;p5"/>
          <p:cNvSpPr txBox="1"/>
          <p:nvPr>
            <p:ph idx="5" type="subTitle"/>
          </p:nvPr>
        </p:nvSpPr>
        <p:spPr>
          <a:xfrm>
            <a:off x="5128850" y="2548200"/>
            <a:ext cx="3679500" cy="1277100"/>
          </a:xfrm>
          <a:prstGeom prst="rect">
            <a:avLst/>
          </a:prstGeom>
        </p:spPr>
        <p:txBody>
          <a:bodyPr anchorCtr="0" anchor="t" bIns="91425" lIns="91425" spcFirstLastPara="1" rIns="91425" wrap="square" tIns="91425">
            <a:sp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0" name="Google Shape;220;p5"/>
          <p:cNvSpPr txBox="1"/>
          <p:nvPr>
            <p:ph type="title"/>
          </p:nvPr>
        </p:nvSpPr>
        <p:spPr>
          <a:xfrm>
            <a:off x="209775" y="468575"/>
            <a:ext cx="6048900" cy="1437000"/>
          </a:xfrm>
          <a:prstGeom prst="rect">
            <a:avLst/>
          </a:prstGeom>
        </p:spPr>
        <p:txBody>
          <a:bodyPr anchorCtr="0" anchor="t" bIns="91425" lIns="91425" spcFirstLastPara="1" rIns="91425" wrap="square" tIns="91425">
            <a:spAutoFit/>
          </a:bodyPr>
          <a:lstStyle>
            <a:lvl1pPr lvl="0">
              <a:spcBef>
                <a:spcPts val="0"/>
              </a:spcBef>
              <a:spcAft>
                <a:spcPts val="0"/>
              </a:spcAft>
              <a:buSzPts val="4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images">
  <p:cSld name="CUSTOM_1_1_1_1_1">
    <p:spTree>
      <p:nvGrpSpPr>
        <p:cNvPr id="221" name="Shape 221"/>
        <p:cNvGrpSpPr/>
        <p:nvPr/>
      </p:nvGrpSpPr>
      <p:grpSpPr>
        <a:xfrm>
          <a:off x="0" y="0"/>
          <a:ext cx="0" cy="0"/>
          <a:chOff x="0" y="0"/>
          <a:chExt cx="0" cy="0"/>
        </a:xfrm>
      </p:grpSpPr>
      <p:grpSp>
        <p:nvGrpSpPr>
          <p:cNvPr id="222" name="Google Shape;222;p6"/>
          <p:cNvGrpSpPr/>
          <p:nvPr/>
        </p:nvGrpSpPr>
        <p:grpSpPr>
          <a:xfrm>
            <a:off x="-6096" y="-3429"/>
            <a:ext cx="9156192" cy="5150358"/>
            <a:chOff x="0" y="0"/>
            <a:chExt cx="12192000" cy="6858000"/>
          </a:xfrm>
        </p:grpSpPr>
        <p:sp>
          <p:nvSpPr>
            <p:cNvPr id="223" name="Google Shape;223;p6"/>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24" name="Google Shape;224;p6"/>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25" name="Google Shape;225;p6"/>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26" name="Google Shape;226;p6"/>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27" name="Google Shape;227;p6"/>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28" name="Google Shape;228;p6"/>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29" name="Google Shape;229;p6"/>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30" name="Google Shape;230;p6"/>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31" name="Google Shape;231;p6"/>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32" name="Google Shape;232;p6"/>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33" name="Google Shape;233;p6"/>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34" name="Google Shape;234;p6"/>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35" name="Google Shape;235;p6"/>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36" name="Google Shape;236;p6"/>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37" name="Google Shape;237;p6"/>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38" name="Google Shape;238;p6"/>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39" name="Google Shape;239;p6"/>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40" name="Google Shape;240;p6"/>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41" name="Google Shape;241;p6"/>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42" name="Google Shape;242;p6"/>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43" name="Google Shape;243;p6"/>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44" name="Google Shape;244;p6"/>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45" name="Google Shape;245;p6"/>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46" name="Google Shape;246;p6"/>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47" name="Google Shape;247;p6"/>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48" name="Google Shape;248;p6"/>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49" name="Google Shape;249;p6"/>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50" name="Google Shape;250;p6"/>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51" name="Google Shape;251;p6"/>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52" name="Google Shape;252;p6"/>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53" name="Google Shape;253;p6"/>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54" name="Google Shape;254;p6"/>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55" name="Google Shape;255;p6"/>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56" name="Google Shape;256;p6"/>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57" name="Google Shape;257;p6"/>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58" name="Google Shape;258;p6"/>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59" name="Google Shape;259;p6"/>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60" name="Google Shape;260;p6"/>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61" name="Google Shape;261;p6"/>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62" name="Google Shape;262;p6"/>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63" name="Google Shape;263;p6"/>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64" name="Google Shape;264;p6"/>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65" name="Google Shape;265;p6"/>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66" name="Google Shape;266;p6"/>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67" name="Google Shape;267;p6"/>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68" name="Google Shape;268;p6"/>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69" name="Google Shape;269;p6"/>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70" name="Google Shape;270;p6"/>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71" name="Google Shape;271;p6"/>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72" name="Google Shape;272;p6"/>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73" name="Google Shape;273;p6"/>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74" name="Google Shape;274;p6"/>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75" name="Google Shape;275;p6"/>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76" name="Google Shape;276;p6"/>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77" name="Google Shape;277;p6"/>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78" name="Google Shape;278;p6"/>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79" name="Google Shape;279;p6"/>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80" name="Google Shape;280;p6"/>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81" name="Google Shape;281;p6"/>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282" name="Google Shape;282;p6"/>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3" name="Google Shape;283;p6"/>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
        <p:nvSpPr>
          <p:cNvPr id="284" name="Google Shape;284;p6"/>
          <p:cNvSpPr txBox="1"/>
          <p:nvPr>
            <p:ph idx="1" type="body"/>
          </p:nvPr>
        </p:nvSpPr>
        <p:spPr>
          <a:xfrm>
            <a:off x="7895425" y="-39600"/>
            <a:ext cx="1138500" cy="337200"/>
          </a:xfrm>
          <a:prstGeom prst="rect">
            <a:avLst/>
          </a:prstGeom>
        </p:spPr>
        <p:txBody>
          <a:bodyPr anchorCtr="0" anchor="t" bIns="91425" lIns="91425" spcFirstLastPara="1" rIns="91425" wrap="square" tIns="91425">
            <a:spAutoFit/>
          </a:bodyPr>
          <a:lstStyle>
            <a:lvl1pPr indent="-279400" lvl="0" marL="457200" algn="r">
              <a:spcBef>
                <a:spcPts val="0"/>
              </a:spcBef>
              <a:spcAft>
                <a:spcPts val="0"/>
              </a:spcAft>
              <a:buClr>
                <a:schemeClr val="lt1"/>
              </a:buClr>
              <a:buSzPts val="800"/>
              <a:buChar char="●"/>
              <a:defRPr>
                <a:solidFill>
                  <a:schemeClr val="lt1"/>
                </a:solidFill>
              </a:defRPr>
            </a:lvl1pPr>
            <a:lvl2pPr indent="-279400" lvl="1" marL="914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2pPr>
            <a:lvl3pPr indent="-279400" lvl="2" marL="1371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3pPr>
            <a:lvl4pPr indent="-279400" lvl="3" marL="1828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4pPr>
            <a:lvl5pPr indent="-279400" lvl="4" marL="22860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5pPr>
            <a:lvl6pPr indent="-279400" lvl="5" marL="27432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6pPr>
            <a:lvl7pPr indent="-279400" lvl="6" marL="3200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7pPr>
            <a:lvl8pPr indent="-279400" lvl="7" marL="3657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8pPr>
            <a:lvl9pPr indent="-279400" lvl="8" marL="4114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9pPr>
          </a:lstStyle>
          <a:p/>
        </p:txBody>
      </p:sp>
      <p:sp>
        <p:nvSpPr>
          <p:cNvPr id="285" name="Google Shape;285;p6"/>
          <p:cNvSpPr txBox="1"/>
          <p:nvPr>
            <p:ph idx="2" type="body"/>
          </p:nvPr>
        </p:nvSpPr>
        <p:spPr>
          <a:xfrm>
            <a:off x="167325" y="-39600"/>
            <a:ext cx="1169700" cy="337200"/>
          </a:xfrm>
          <a:prstGeom prst="rect">
            <a:avLst/>
          </a:prstGeom>
        </p:spPr>
        <p:txBody>
          <a:bodyPr anchorCtr="0" anchor="t" bIns="91425" lIns="91425" spcFirstLastPara="1" rIns="91425" wrap="square" tIns="91425">
            <a:spAutoFit/>
          </a:bodyPr>
          <a:lstStyle>
            <a:lvl1pPr indent="-279400" lvl="0" marL="4572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1pPr>
            <a:lvl2pPr indent="-279400" lvl="1" marL="914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2pPr>
            <a:lvl3pPr indent="-279400" lvl="2" marL="1371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3pPr>
            <a:lvl4pPr indent="-279400" lvl="3" marL="1828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4pPr>
            <a:lvl5pPr indent="-279400" lvl="4" marL="22860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5pPr>
            <a:lvl6pPr indent="-279400" lvl="5" marL="27432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6pPr>
            <a:lvl7pPr indent="-279400" lvl="6" marL="3200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7pPr>
            <a:lvl8pPr indent="-279400" lvl="7" marL="3657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8pPr>
            <a:lvl9pPr indent="-279400" lvl="8" marL="4114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9pPr>
          </a:lstStyle>
          <a:p/>
        </p:txBody>
      </p:sp>
      <p:sp>
        <p:nvSpPr>
          <p:cNvPr id="286" name="Google Shape;286;p6"/>
          <p:cNvSpPr txBox="1"/>
          <p:nvPr>
            <p:ph idx="3" type="body"/>
          </p:nvPr>
        </p:nvSpPr>
        <p:spPr>
          <a:xfrm>
            <a:off x="940775" y="-39600"/>
            <a:ext cx="3810300" cy="337200"/>
          </a:xfrm>
          <a:prstGeom prst="rect">
            <a:avLst/>
          </a:prstGeom>
        </p:spPr>
        <p:txBody>
          <a:bodyPr anchorCtr="0" anchor="t" bIns="91425" lIns="91425" spcFirstLastPara="1" rIns="91425" wrap="square" tIns="91425">
            <a:spAutoFit/>
          </a:bodyPr>
          <a:lstStyle>
            <a:lvl1pPr indent="-279400" lvl="0" marL="457200">
              <a:spcBef>
                <a:spcPts val="0"/>
              </a:spcBef>
              <a:spcAft>
                <a:spcPts val="0"/>
              </a:spcAft>
              <a:buClr>
                <a:schemeClr val="lt1"/>
              </a:buClr>
              <a:buSzPts val="800"/>
              <a:buChar char="●"/>
              <a:defRPr>
                <a:solidFill>
                  <a:schemeClr val="lt1"/>
                </a:solidFill>
              </a:defRPr>
            </a:lvl1pPr>
            <a:lvl2pPr indent="-279400" lvl="1" marL="914400">
              <a:spcBef>
                <a:spcPts val="0"/>
              </a:spcBef>
              <a:spcAft>
                <a:spcPts val="0"/>
              </a:spcAft>
              <a:buClr>
                <a:schemeClr val="lt1"/>
              </a:buClr>
              <a:buSzPts val="800"/>
              <a:buChar char="○"/>
              <a:defRPr>
                <a:solidFill>
                  <a:schemeClr val="lt1"/>
                </a:solidFill>
              </a:defRPr>
            </a:lvl2pPr>
            <a:lvl3pPr indent="-279400" lvl="2" marL="1371600">
              <a:spcBef>
                <a:spcPts val="0"/>
              </a:spcBef>
              <a:spcAft>
                <a:spcPts val="0"/>
              </a:spcAft>
              <a:buClr>
                <a:schemeClr val="lt1"/>
              </a:buClr>
              <a:buSzPts val="800"/>
              <a:buChar char="■"/>
              <a:defRPr>
                <a:solidFill>
                  <a:schemeClr val="lt1"/>
                </a:solidFill>
              </a:defRPr>
            </a:lvl3pPr>
            <a:lvl4pPr indent="-279400" lvl="3" marL="1828800">
              <a:spcBef>
                <a:spcPts val="0"/>
              </a:spcBef>
              <a:spcAft>
                <a:spcPts val="0"/>
              </a:spcAft>
              <a:buClr>
                <a:schemeClr val="lt1"/>
              </a:buClr>
              <a:buSzPts val="800"/>
              <a:buChar char="●"/>
              <a:defRPr>
                <a:solidFill>
                  <a:schemeClr val="lt1"/>
                </a:solidFill>
              </a:defRPr>
            </a:lvl4pPr>
            <a:lvl5pPr indent="-279400" lvl="4" marL="2286000">
              <a:spcBef>
                <a:spcPts val="0"/>
              </a:spcBef>
              <a:spcAft>
                <a:spcPts val="0"/>
              </a:spcAft>
              <a:buClr>
                <a:schemeClr val="lt1"/>
              </a:buClr>
              <a:buSzPts val="800"/>
              <a:buChar char="○"/>
              <a:defRPr>
                <a:solidFill>
                  <a:schemeClr val="lt1"/>
                </a:solidFill>
              </a:defRPr>
            </a:lvl5pPr>
            <a:lvl6pPr indent="-279400" lvl="5" marL="2743200">
              <a:spcBef>
                <a:spcPts val="0"/>
              </a:spcBef>
              <a:spcAft>
                <a:spcPts val="0"/>
              </a:spcAft>
              <a:buClr>
                <a:schemeClr val="lt1"/>
              </a:buClr>
              <a:buSzPts val="800"/>
              <a:buChar char="■"/>
              <a:defRPr>
                <a:solidFill>
                  <a:schemeClr val="lt1"/>
                </a:solidFill>
              </a:defRPr>
            </a:lvl6pPr>
            <a:lvl7pPr indent="-279400" lvl="6" marL="3200400">
              <a:spcBef>
                <a:spcPts val="0"/>
              </a:spcBef>
              <a:spcAft>
                <a:spcPts val="0"/>
              </a:spcAft>
              <a:buClr>
                <a:schemeClr val="lt1"/>
              </a:buClr>
              <a:buSzPts val="800"/>
              <a:buChar char="●"/>
              <a:defRPr>
                <a:solidFill>
                  <a:schemeClr val="lt1"/>
                </a:solidFill>
              </a:defRPr>
            </a:lvl7pPr>
            <a:lvl8pPr indent="-279400" lvl="7" marL="3657600">
              <a:spcBef>
                <a:spcPts val="0"/>
              </a:spcBef>
              <a:spcAft>
                <a:spcPts val="0"/>
              </a:spcAft>
              <a:buClr>
                <a:schemeClr val="lt1"/>
              </a:buClr>
              <a:buSzPts val="800"/>
              <a:buChar char="○"/>
              <a:defRPr>
                <a:solidFill>
                  <a:schemeClr val="lt1"/>
                </a:solidFill>
              </a:defRPr>
            </a:lvl8pPr>
            <a:lvl9pPr indent="-279400" lvl="8" marL="4114800">
              <a:spcBef>
                <a:spcPts val="0"/>
              </a:spcBef>
              <a:spcAft>
                <a:spcPts val="0"/>
              </a:spcAft>
              <a:buClr>
                <a:schemeClr val="lt1"/>
              </a:buClr>
              <a:buSzPts val="800"/>
              <a:buChar char="■"/>
              <a:defRPr>
                <a:solidFill>
                  <a:schemeClr val="lt1"/>
                </a:solidFill>
              </a:defRPr>
            </a:lvl9pPr>
          </a:lstStyle>
          <a:p/>
        </p:txBody>
      </p:sp>
      <p:sp>
        <p:nvSpPr>
          <p:cNvPr id="287" name="Google Shape;287;p6"/>
          <p:cNvSpPr txBox="1"/>
          <p:nvPr>
            <p:ph type="title"/>
          </p:nvPr>
        </p:nvSpPr>
        <p:spPr>
          <a:xfrm>
            <a:off x="209775" y="468575"/>
            <a:ext cx="6048900" cy="1437000"/>
          </a:xfrm>
          <a:prstGeom prst="rect">
            <a:avLst/>
          </a:prstGeom>
        </p:spPr>
        <p:txBody>
          <a:bodyPr anchorCtr="0" anchor="t" bIns="91425" lIns="91425" spcFirstLastPara="1" rIns="91425" wrap="square" tIns="91425">
            <a:spAutoFit/>
          </a:bodyPr>
          <a:lstStyle>
            <a:lvl1pPr lvl="0">
              <a:spcBef>
                <a:spcPts val="0"/>
              </a:spcBef>
              <a:spcAft>
                <a:spcPts val="0"/>
              </a:spcAft>
              <a:buSzPts val="4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lumn boxes with header">
  <p:cSld name="CUSTOM_1_1_1_1_1_1">
    <p:spTree>
      <p:nvGrpSpPr>
        <p:cNvPr id="288" name="Shape 288"/>
        <p:cNvGrpSpPr/>
        <p:nvPr/>
      </p:nvGrpSpPr>
      <p:grpSpPr>
        <a:xfrm>
          <a:off x="0" y="0"/>
          <a:ext cx="0" cy="0"/>
          <a:chOff x="0" y="0"/>
          <a:chExt cx="0" cy="0"/>
        </a:xfrm>
      </p:grpSpPr>
      <p:grpSp>
        <p:nvGrpSpPr>
          <p:cNvPr id="289" name="Google Shape;289;p7"/>
          <p:cNvGrpSpPr/>
          <p:nvPr/>
        </p:nvGrpSpPr>
        <p:grpSpPr>
          <a:xfrm>
            <a:off x="-6096" y="-3429"/>
            <a:ext cx="9156192" cy="5150358"/>
            <a:chOff x="0" y="0"/>
            <a:chExt cx="12192000" cy="6858000"/>
          </a:xfrm>
        </p:grpSpPr>
        <p:sp>
          <p:nvSpPr>
            <p:cNvPr id="290" name="Google Shape;290;p7"/>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91" name="Google Shape;291;p7"/>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92" name="Google Shape;292;p7"/>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93" name="Google Shape;293;p7"/>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94" name="Google Shape;294;p7"/>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95" name="Google Shape;295;p7"/>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96" name="Google Shape;296;p7"/>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97" name="Google Shape;297;p7"/>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98" name="Google Shape;298;p7"/>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99" name="Google Shape;299;p7"/>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00" name="Google Shape;300;p7"/>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01" name="Google Shape;301;p7"/>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02" name="Google Shape;302;p7"/>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03" name="Google Shape;303;p7"/>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04" name="Google Shape;304;p7"/>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05" name="Google Shape;305;p7"/>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06" name="Google Shape;306;p7"/>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07" name="Google Shape;307;p7"/>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08" name="Google Shape;308;p7"/>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09" name="Google Shape;309;p7"/>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10" name="Google Shape;310;p7"/>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11" name="Google Shape;311;p7"/>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12" name="Google Shape;312;p7"/>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13" name="Google Shape;313;p7"/>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14" name="Google Shape;314;p7"/>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15" name="Google Shape;315;p7"/>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16" name="Google Shape;316;p7"/>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17" name="Google Shape;317;p7"/>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18" name="Google Shape;318;p7"/>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19" name="Google Shape;319;p7"/>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20" name="Google Shape;320;p7"/>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21" name="Google Shape;321;p7"/>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22" name="Google Shape;322;p7"/>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23" name="Google Shape;323;p7"/>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24" name="Google Shape;324;p7"/>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25" name="Google Shape;325;p7"/>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26" name="Google Shape;326;p7"/>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27" name="Google Shape;327;p7"/>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28" name="Google Shape;328;p7"/>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29" name="Google Shape;329;p7"/>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30" name="Google Shape;330;p7"/>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31" name="Google Shape;331;p7"/>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32" name="Google Shape;332;p7"/>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33" name="Google Shape;333;p7"/>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34" name="Google Shape;334;p7"/>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35" name="Google Shape;335;p7"/>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36" name="Google Shape;336;p7"/>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37" name="Google Shape;337;p7"/>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38" name="Google Shape;338;p7"/>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39" name="Google Shape;339;p7"/>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40" name="Google Shape;340;p7"/>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41" name="Google Shape;341;p7"/>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42" name="Google Shape;342;p7"/>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43" name="Google Shape;343;p7"/>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44" name="Google Shape;344;p7"/>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45" name="Google Shape;345;p7"/>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46" name="Google Shape;346;p7"/>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47" name="Google Shape;347;p7"/>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48" name="Google Shape;348;p7"/>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349" name="Google Shape;349;p7"/>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50" name="Google Shape;350;p7"/>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
        <p:nvSpPr>
          <p:cNvPr id="351" name="Google Shape;351;p7"/>
          <p:cNvSpPr txBox="1"/>
          <p:nvPr>
            <p:ph type="title"/>
          </p:nvPr>
        </p:nvSpPr>
        <p:spPr>
          <a:xfrm>
            <a:off x="209775" y="468575"/>
            <a:ext cx="5016000" cy="1385400"/>
          </a:xfrm>
          <a:prstGeom prst="rect">
            <a:avLst/>
          </a:prstGeom>
        </p:spPr>
        <p:txBody>
          <a:bodyPr anchorCtr="0" anchor="t" bIns="91425" lIns="91425" spcFirstLastPara="1" rIns="91425" wrap="square" tIns="91425">
            <a:spAutoFit/>
          </a:bodyPr>
          <a:lstStyle>
            <a:lvl1pPr lvl="0">
              <a:spcBef>
                <a:spcPts val="0"/>
              </a:spcBef>
              <a:spcAft>
                <a:spcPts val="0"/>
              </a:spcAft>
              <a:buSzPts val="4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52" name="Google Shape;352;p7"/>
          <p:cNvSpPr txBox="1"/>
          <p:nvPr>
            <p:ph idx="1" type="body"/>
          </p:nvPr>
        </p:nvSpPr>
        <p:spPr>
          <a:xfrm>
            <a:off x="7895425" y="-39600"/>
            <a:ext cx="1138500" cy="337200"/>
          </a:xfrm>
          <a:prstGeom prst="rect">
            <a:avLst/>
          </a:prstGeom>
        </p:spPr>
        <p:txBody>
          <a:bodyPr anchorCtr="0" anchor="t" bIns="91425" lIns="91425" spcFirstLastPara="1" rIns="91425" wrap="square" tIns="91425">
            <a:spAutoFit/>
          </a:bodyPr>
          <a:lstStyle>
            <a:lvl1pPr indent="-279400" lvl="0" marL="457200" algn="r">
              <a:spcBef>
                <a:spcPts val="0"/>
              </a:spcBef>
              <a:spcAft>
                <a:spcPts val="0"/>
              </a:spcAft>
              <a:buClr>
                <a:schemeClr val="lt1"/>
              </a:buClr>
              <a:buSzPts val="800"/>
              <a:buChar char="●"/>
              <a:defRPr>
                <a:solidFill>
                  <a:schemeClr val="lt1"/>
                </a:solidFill>
              </a:defRPr>
            </a:lvl1pPr>
            <a:lvl2pPr indent="-279400" lvl="1" marL="914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2pPr>
            <a:lvl3pPr indent="-279400" lvl="2" marL="1371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3pPr>
            <a:lvl4pPr indent="-279400" lvl="3" marL="1828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4pPr>
            <a:lvl5pPr indent="-279400" lvl="4" marL="22860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5pPr>
            <a:lvl6pPr indent="-279400" lvl="5" marL="27432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6pPr>
            <a:lvl7pPr indent="-279400" lvl="6" marL="3200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7pPr>
            <a:lvl8pPr indent="-279400" lvl="7" marL="3657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8pPr>
            <a:lvl9pPr indent="-279400" lvl="8" marL="4114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9pPr>
          </a:lstStyle>
          <a:p/>
        </p:txBody>
      </p:sp>
      <p:sp>
        <p:nvSpPr>
          <p:cNvPr id="353" name="Google Shape;353;p7"/>
          <p:cNvSpPr txBox="1"/>
          <p:nvPr>
            <p:ph idx="2" type="body"/>
          </p:nvPr>
        </p:nvSpPr>
        <p:spPr>
          <a:xfrm>
            <a:off x="167325" y="-39600"/>
            <a:ext cx="1169700" cy="337200"/>
          </a:xfrm>
          <a:prstGeom prst="rect">
            <a:avLst/>
          </a:prstGeom>
        </p:spPr>
        <p:txBody>
          <a:bodyPr anchorCtr="0" anchor="t" bIns="91425" lIns="91425" spcFirstLastPara="1" rIns="91425" wrap="square" tIns="91425">
            <a:spAutoFit/>
          </a:bodyPr>
          <a:lstStyle>
            <a:lvl1pPr indent="-279400" lvl="0" marL="4572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1pPr>
            <a:lvl2pPr indent="-279400" lvl="1" marL="914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2pPr>
            <a:lvl3pPr indent="-279400" lvl="2" marL="1371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3pPr>
            <a:lvl4pPr indent="-279400" lvl="3" marL="1828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4pPr>
            <a:lvl5pPr indent="-279400" lvl="4" marL="22860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5pPr>
            <a:lvl6pPr indent="-279400" lvl="5" marL="27432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6pPr>
            <a:lvl7pPr indent="-279400" lvl="6" marL="3200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7pPr>
            <a:lvl8pPr indent="-279400" lvl="7" marL="3657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8pPr>
            <a:lvl9pPr indent="-279400" lvl="8" marL="4114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9pPr>
          </a:lstStyle>
          <a:p/>
        </p:txBody>
      </p:sp>
      <p:sp>
        <p:nvSpPr>
          <p:cNvPr id="354" name="Google Shape;354;p7"/>
          <p:cNvSpPr txBox="1"/>
          <p:nvPr>
            <p:ph idx="3" type="body"/>
          </p:nvPr>
        </p:nvSpPr>
        <p:spPr>
          <a:xfrm>
            <a:off x="940775" y="-39600"/>
            <a:ext cx="3810300" cy="337200"/>
          </a:xfrm>
          <a:prstGeom prst="rect">
            <a:avLst/>
          </a:prstGeom>
        </p:spPr>
        <p:txBody>
          <a:bodyPr anchorCtr="0" anchor="t" bIns="91425" lIns="91425" spcFirstLastPara="1" rIns="91425" wrap="square" tIns="91425">
            <a:spAutoFit/>
          </a:bodyPr>
          <a:lstStyle>
            <a:lvl1pPr indent="-279400" lvl="0" marL="457200">
              <a:spcBef>
                <a:spcPts val="0"/>
              </a:spcBef>
              <a:spcAft>
                <a:spcPts val="0"/>
              </a:spcAft>
              <a:buClr>
                <a:schemeClr val="lt1"/>
              </a:buClr>
              <a:buSzPts val="800"/>
              <a:buChar char="●"/>
              <a:defRPr>
                <a:solidFill>
                  <a:schemeClr val="lt1"/>
                </a:solidFill>
              </a:defRPr>
            </a:lvl1pPr>
            <a:lvl2pPr indent="-279400" lvl="1" marL="914400">
              <a:spcBef>
                <a:spcPts val="0"/>
              </a:spcBef>
              <a:spcAft>
                <a:spcPts val="0"/>
              </a:spcAft>
              <a:buClr>
                <a:schemeClr val="lt1"/>
              </a:buClr>
              <a:buSzPts val="800"/>
              <a:buChar char="○"/>
              <a:defRPr>
                <a:solidFill>
                  <a:schemeClr val="lt1"/>
                </a:solidFill>
              </a:defRPr>
            </a:lvl2pPr>
            <a:lvl3pPr indent="-279400" lvl="2" marL="1371600">
              <a:spcBef>
                <a:spcPts val="0"/>
              </a:spcBef>
              <a:spcAft>
                <a:spcPts val="0"/>
              </a:spcAft>
              <a:buClr>
                <a:schemeClr val="lt1"/>
              </a:buClr>
              <a:buSzPts val="800"/>
              <a:buChar char="■"/>
              <a:defRPr>
                <a:solidFill>
                  <a:schemeClr val="lt1"/>
                </a:solidFill>
              </a:defRPr>
            </a:lvl3pPr>
            <a:lvl4pPr indent="-279400" lvl="3" marL="1828800">
              <a:spcBef>
                <a:spcPts val="0"/>
              </a:spcBef>
              <a:spcAft>
                <a:spcPts val="0"/>
              </a:spcAft>
              <a:buClr>
                <a:schemeClr val="lt1"/>
              </a:buClr>
              <a:buSzPts val="800"/>
              <a:buChar char="●"/>
              <a:defRPr>
                <a:solidFill>
                  <a:schemeClr val="lt1"/>
                </a:solidFill>
              </a:defRPr>
            </a:lvl4pPr>
            <a:lvl5pPr indent="-279400" lvl="4" marL="2286000">
              <a:spcBef>
                <a:spcPts val="0"/>
              </a:spcBef>
              <a:spcAft>
                <a:spcPts val="0"/>
              </a:spcAft>
              <a:buClr>
                <a:schemeClr val="lt1"/>
              </a:buClr>
              <a:buSzPts val="800"/>
              <a:buChar char="○"/>
              <a:defRPr>
                <a:solidFill>
                  <a:schemeClr val="lt1"/>
                </a:solidFill>
              </a:defRPr>
            </a:lvl5pPr>
            <a:lvl6pPr indent="-279400" lvl="5" marL="2743200">
              <a:spcBef>
                <a:spcPts val="0"/>
              </a:spcBef>
              <a:spcAft>
                <a:spcPts val="0"/>
              </a:spcAft>
              <a:buClr>
                <a:schemeClr val="lt1"/>
              </a:buClr>
              <a:buSzPts val="800"/>
              <a:buChar char="■"/>
              <a:defRPr>
                <a:solidFill>
                  <a:schemeClr val="lt1"/>
                </a:solidFill>
              </a:defRPr>
            </a:lvl6pPr>
            <a:lvl7pPr indent="-279400" lvl="6" marL="3200400">
              <a:spcBef>
                <a:spcPts val="0"/>
              </a:spcBef>
              <a:spcAft>
                <a:spcPts val="0"/>
              </a:spcAft>
              <a:buClr>
                <a:schemeClr val="lt1"/>
              </a:buClr>
              <a:buSzPts val="800"/>
              <a:buChar char="●"/>
              <a:defRPr>
                <a:solidFill>
                  <a:schemeClr val="lt1"/>
                </a:solidFill>
              </a:defRPr>
            </a:lvl7pPr>
            <a:lvl8pPr indent="-279400" lvl="7" marL="3657600">
              <a:spcBef>
                <a:spcPts val="0"/>
              </a:spcBef>
              <a:spcAft>
                <a:spcPts val="0"/>
              </a:spcAft>
              <a:buClr>
                <a:schemeClr val="lt1"/>
              </a:buClr>
              <a:buSzPts val="800"/>
              <a:buChar char="○"/>
              <a:defRPr>
                <a:solidFill>
                  <a:schemeClr val="lt1"/>
                </a:solidFill>
              </a:defRPr>
            </a:lvl8pPr>
            <a:lvl9pPr indent="-279400" lvl="8" marL="4114800">
              <a:spcBef>
                <a:spcPts val="0"/>
              </a:spcBef>
              <a:spcAft>
                <a:spcPts val="0"/>
              </a:spcAft>
              <a:buClr>
                <a:schemeClr val="lt1"/>
              </a:buClr>
              <a:buSzPts val="800"/>
              <a:buChar char="■"/>
              <a:defRPr>
                <a:solidFill>
                  <a:schemeClr val="lt1"/>
                </a:solidFill>
              </a:defRPr>
            </a:lvl9pPr>
          </a:lstStyle>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boxes with header">
  <p:cSld name="CUSTOM_1_1_1_1_1_1_1_1">
    <p:spTree>
      <p:nvGrpSpPr>
        <p:cNvPr id="355" name="Shape 355"/>
        <p:cNvGrpSpPr/>
        <p:nvPr/>
      </p:nvGrpSpPr>
      <p:grpSpPr>
        <a:xfrm>
          <a:off x="0" y="0"/>
          <a:ext cx="0" cy="0"/>
          <a:chOff x="0" y="0"/>
          <a:chExt cx="0" cy="0"/>
        </a:xfrm>
      </p:grpSpPr>
      <p:grpSp>
        <p:nvGrpSpPr>
          <p:cNvPr id="356" name="Google Shape;356;p8"/>
          <p:cNvGrpSpPr/>
          <p:nvPr/>
        </p:nvGrpSpPr>
        <p:grpSpPr>
          <a:xfrm>
            <a:off x="-6096" y="-3429"/>
            <a:ext cx="9156192" cy="5150358"/>
            <a:chOff x="0" y="0"/>
            <a:chExt cx="12192000" cy="6858000"/>
          </a:xfrm>
        </p:grpSpPr>
        <p:sp>
          <p:nvSpPr>
            <p:cNvPr id="357" name="Google Shape;357;p8"/>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58" name="Google Shape;358;p8"/>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59" name="Google Shape;359;p8"/>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60" name="Google Shape;360;p8"/>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61" name="Google Shape;361;p8"/>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62" name="Google Shape;362;p8"/>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63" name="Google Shape;363;p8"/>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64" name="Google Shape;364;p8"/>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65" name="Google Shape;365;p8"/>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66" name="Google Shape;366;p8"/>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67" name="Google Shape;367;p8"/>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68" name="Google Shape;368;p8"/>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69" name="Google Shape;369;p8"/>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70" name="Google Shape;370;p8"/>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71" name="Google Shape;371;p8"/>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72" name="Google Shape;372;p8"/>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73" name="Google Shape;373;p8"/>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74" name="Google Shape;374;p8"/>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75" name="Google Shape;375;p8"/>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76" name="Google Shape;376;p8"/>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77" name="Google Shape;377;p8"/>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78" name="Google Shape;378;p8"/>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79" name="Google Shape;379;p8"/>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80" name="Google Shape;380;p8"/>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81" name="Google Shape;381;p8"/>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82" name="Google Shape;382;p8"/>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83" name="Google Shape;383;p8"/>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84" name="Google Shape;384;p8"/>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85" name="Google Shape;385;p8"/>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86" name="Google Shape;386;p8"/>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87" name="Google Shape;387;p8"/>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88" name="Google Shape;388;p8"/>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89" name="Google Shape;389;p8"/>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90" name="Google Shape;390;p8"/>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91" name="Google Shape;391;p8"/>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92" name="Google Shape;392;p8"/>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93" name="Google Shape;393;p8"/>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94" name="Google Shape;394;p8"/>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95" name="Google Shape;395;p8"/>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96" name="Google Shape;396;p8"/>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97" name="Google Shape;397;p8"/>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98" name="Google Shape;398;p8"/>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99" name="Google Shape;399;p8"/>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00" name="Google Shape;400;p8"/>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01" name="Google Shape;401;p8"/>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02" name="Google Shape;402;p8"/>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03" name="Google Shape;403;p8"/>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04" name="Google Shape;404;p8"/>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05" name="Google Shape;405;p8"/>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06" name="Google Shape;406;p8"/>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07" name="Google Shape;407;p8"/>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08" name="Google Shape;408;p8"/>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09" name="Google Shape;409;p8"/>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10" name="Google Shape;410;p8"/>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11" name="Google Shape;411;p8"/>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12" name="Google Shape;412;p8"/>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13" name="Google Shape;413;p8"/>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14" name="Google Shape;414;p8"/>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15" name="Google Shape;415;p8"/>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416" name="Google Shape;416;p8"/>
          <p:cNvSpPr txBox="1"/>
          <p:nvPr>
            <p:ph type="title"/>
          </p:nvPr>
        </p:nvSpPr>
        <p:spPr>
          <a:xfrm>
            <a:off x="209775" y="468575"/>
            <a:ext cx="5016000" cy="633000"/>
          </a:xfrm>
          <a:prstGeom prst="rect">
            <a:avLst/>
          </a:prstGeom>
        </p:spPr>
        <p:txBody>
          <a:bodyPr anchorCtr="0" anchor="t" bIns="91425" lIns="91425" spcFirstLastPara="1" rIns="91425" wrap="square" tIns="91425">
            <a:spAutoFit/>
          </a:bodyPr>
          <a:lstStyle>
            <a:lvl1pPr lvl="0">
              <a:spcBef>
                <a:spcPts val="0"/>
              </a:spcBef>
              <a:spcAft>
                <a:spcPts val="0"/>
              </a:spcAft>
              <a:buSzPts val="4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17" name="Google Shape;417;p8"/>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sp>
        <p:nvSpPr>
          <p:cNvPr id="418" name="Google Shape;418;p8"/>
          <p:cNvSpPr txBox="1"/>
          <p:nvPr/>
        </p:nvSpPr>
        <p:spPr>
          <a:xfrm>
            <a:off x="0" y="-39600"/>
            <a:ext cx="2631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solidFill>
                  <a:schemeClr val="lt1"/>
                </a:solidFill>
                <a:latin typeface="Lexend"/>
                <a:ea typeface="Lexend"/>
                <a:cs typeface="Lexend"/>
                <a:sym typeface="Lexend"/>
              </a:rPr>
              <a:t>▶ </a:t>
            </a:r>
            <a:endParaRPr b="1" sz="800">
              <a:solidFill>
                <a:schemeClr val="lt1"/>
              </a:solidFill>
              <a:latin typeface="Lexend"/>
              <a:ea typeface="Lexend"/>
              <a:cs typeface="Lexend"/>
              <a:sym typeface="Lexend"/>
            </a:endParaRPr>
          </a:p>
        </p:txBody>
      </p:sp>
      <p:sp>
        <p:nvSpPr>
          <p:cNvPr id="419" name="Google Shape;419;p8"/>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20" name="Google Shape;420;p8"/>
          <p:cNvSpPr txBox="1"/>
          <p:nvPr>
            <p:ph idx="1" type="body"/>
          </p:nvPr>
        </p:nvSpPr>
        <p:spPr>
          <a:xfrm>
            <a:off x="7895425" y="-39600"/>
            <a:ext cx="1138500" cy="337200"/>
          </a:xfrm>
          <a:prstGeom prst="rect">
            <a:avLst/>
          </a:prstGeom>
        </p:spPr>
        <p:txBody>
          <a:bodyPr anchorCtr="0" anchor="t" bIns="91425" lIns="91425" spcFirstLastPara="1" rIns="91425" wrap="square" tIns="91425">
            <a:spAutoFit/>
          </a:bodyPr>
          <a:lstStyle>
            <a:lvl1pPr indent="-279400" lvl="0" marL="457200" algn="r">
              <a:spcBef>
                <a:spcPts val="0"/>
              </a:spcBef>
              <a:spcAft>
                <a:spcPts val="0"/>
              </a:spcAft>
              <a:buClr>
                <a:schemeClr val="lt1"/>
              </a:buClr>
              <a:buSzPts val="800"/>
              <a:buChar char="●"/>
              <a:defRPr>
                <a:solidFill>
                  <a:schemeClr val="lt1"/>
                </a:solidFill>
              </a:defRPr>
            </a:lvl1pPr>
            <a:lvl2pPr indent="-279400" lvl="1" marL="914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2pPr>
            <a:lvl3pPr indent="-279400" lvl="2" marL="1371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3pPr>
            <a:lvl4pPr indent="-279400" lvl="3" marL="1828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4pPr>
            <a:lvl5pPr indent="-279400" lvl="4" marL="22860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5pPr>
            <a:lvl6pPr indent="-279400" lvl="5" marL="27432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6pPr>
            <a:lvl7pPr indent="-279400" lvl="6" marL="3200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7pPr>
            <a:lvl8pPr indent="-279400" lvl="7" marL="3657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8pPr>
            <a:lvl9pPr indent="-279400" lvl="8" marL="4114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9pPr>
          </a:lstStyle>
          <a:p/>
        </p:txBody>
      </p:sp>
      <p:sp>
        <p:nvSpPr>
          <p:cNvPr id="421" name="Google Shape;421;p8"/>
          <p:cNvSpPr txBox="1"/>
          <p:nvPr>
            <p:ph idx="2" type="body"/>
          </p:nvPr>
        </p:nvSpPr>
        <p:spPr>
          <a:xfrm>
            <a:off x="167325" y="-39600"/>
            <a:ext cx="1169700" cy="337200"/>
          </a:xfrm>
          <a:prstGeom prst="rect">
            <a:avLst/>
          </a:prstGeom>
        </p:spPr>
        <p:txBody>
          <a:bodyPr anchorCtr="0" anchor="t" bIns="91425" lIns="91425" spcFirstLastPara="1" rIns="91425" wrap="square" tIns="91425">
            <a:spAutoFit/>
          </a:bodyPr>
          <a:lstStyle>
            <a:lvl1pPr indent="-279400" lvl="0" marL="4572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1pPr>
            <a:lvl2pPr indent="-279400" lvl="1" marL="914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2pPr>
            <a:lvl3pPr indent="-279400" lvl="2" marL="1371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3pPr>
            <a:lvl4pPr indent="-279400" lvl="3" marL="1828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4pPr>
            <a:lvl5pPr indent="-279400" lvl="4" marL="22860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5pPr>
            <a:lvl6pPr indent="-279400" lvl="5" marL="27432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6pPr>
            <a:lvl7pPr indent="-279400" lvl="6" marL="3200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7pPr>
            <a:lvl8pPr indent="-279400" lvl="7" marL="3657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8pPr>
            <a:lvl9pPr indent="-279400" lvl="8" marL="4114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9pPr>
          </a:lstStyle>
          <a:p/>
        </p:txBody>
      </p:sp>
      <p:sp>
        <p:nvSpPr>
          <p:cNvPr id="422" name="Google Shape;422;p8"/>
          <p:cNvSpPr txBox="1"/>
          <p:nvPr>
            <p:ph idx="3" type="body"/>
          </p:nvPr>
        </p:nvSpPr>
        <p:spPr>
          <a:xfrm>
            <a:off x="940775" y="-39600"/>
            <a:ext cx="3810300" cy="337200"/>
          </a:xfrm>
          <a:prstGeom prst="rect">
            <a:avLst/>
          </a:prstGeom>
        </p:spPr>
        <p:txBody>
          <a:bodyPr anchorCtr="0" anchor="t" bIns="91425" lIns="91425" spcFirstLastPara="1" rIns="91425" wrap="square" tIns="91425">
            <a:spAutoFit/>
          </a:bodyPr>
          <a:lstStyle>
            <a:lvl1pPr indent="-279400" lvl="0" marL="457200">
              <a:spcBef>
                <a:spcPts val="0"/>
              </a:spcBef>
              <a:spcAft>
                <a:spcPts val="0"/>
              </a:spcAft>
              <a:buClr>
                <a:schemeClr val="lt1"/>
              </a:buClr>
              <a:buSzPts val="800"/>
              <a:buChar char="●"/>
              <a:defRPr>
                <a:solidFill>
                  <a:schemeClr val="lt1"/>
                </a:solidFill>
              </a:defRPr>
            </a:lvl1pPr>
            <a:lvl2pPr indent="-279400" lvl="1" marL="914400">
              <a:spcBef>
                <a:spcPts val="0"/>
              </a:spcBef>
              <a:spcAft>
                <a:spcPts val="0"/>
              </a:spcAft>
              <a:buClr>
                <a:schemeClr val="lt1"/>
              </a:buClr>
              <a:buSzPts val="800"/>
              <a:buChar char="○"/>
              <a:defRPr>
                <a:solidFill>
                  <a:schemeClr val="lt1"/>
                </a:solidFill>
              </a:defRPr>
            </a:lvl2pPr>
            <a:lvl3pPr indent="-279400" lvl="2" marL="1371600">
              <a:spcBef>
                <a:spcPts val="0"/>
              </a:spcBef>
              <a:spcAft>
                <a:spcPts val="0"/>
              </a:spcAft>
              <a:buClr>
                <a:schemeClr val="lt1"/>
              </a:buClr>
              <a:buSzPts val="800"/>
              <a:buChar char="■"/>
              <a:defRPr>
                <a:solidFill>
                  <a:schemeClr val="lt1"/>
                </a:solidFill>
              </a:defRPr>
            </a:lvl3pPr>
            <a:lvl4pPr indent="-279400" lvl="3" marL="1828800">
              <a:spcBef>
                <a:spcPts val="0"/>
              </a:spcBef>
              <a:spcAft>
                <a:spcPts val="0"/>
              </a:spcAft>
              <a:buClr>
                <a:schemeClr val="lt1"/>
              </a:buClr>
              <a:buSzPts val="800"/>
              <a:buChar char="●"/>
              <a:defRPr>
                <a:solidFill>
                  <a:schemeClr val="lt1"/>
                </a:solidFill>
              </a:defRPr>
            </a:lvl4pPr>
            <a:lvl5pPr indent="-279400" lvl="4" marL="2286000">
              <a:spcBef>
                <a:spcPts val="0"/>
              </a:spcBef>
              <a:spcAft>
                <a:spcPts val="0"/>
              </a:spcAft>
              <a:buClr>
                <a:schemeClr val="lt1"/>
              </a:buClr>
              <a:buSzPts val="800"/>
              <a:buChar char="○"/>
              <a:defRPr>
                <a:solidFill>
                  <a:schemeClr val="lt1"/>
                </a:solidFill>
              </a:defRPr>
            </a:lvl5pPr>
            <a:lvl6pPr indent="-279400" lvl="5" marL="2743200">
              <a:spcBef>
                <a:spcPts val="0"/>
              </a:spcBef>
              <a:spcAft>
                <a:spcPts val="0"/>
              </a:spcAft>
              <a:buClr>
                <a:schemeClr val="lt1"/>
              </a:buClr>
              <a:buSzPts val="800"/>
              <a:buChar char="■"/>
              <a:defRPr>
                <a:solidFill>
                  <a:schemeClr val="lt1"/>
                </a:solidFill>
              </a:defRPr>
            </a:lvl6pPr>
            <a:lvl7pPr indent="-279400" lvl="6" marL="3200400">
              <a:spcBef>
                <a:spcPts val="0"/>
              </a:spcBef>
              <a:spcAft>
                <a:spcPts val="0"/>
              </a:spcAft>
              <a:buClr>
                <a:schemeClr val="lt1"/>
              </a:buClr>
              <a:buSzPts val="800"/>
              <a:buChar char="●"/>
              <a:defRPr>
                <a:solidFill>
                  <a:schemeClr val="lt1"/>
                </a:solidFill>
              </a:defRPr>
            </a:lvl7pPr>
            <a:lvl8pPr indent="-279400" lvl="7" marL="3657600">
              <a:spcBef>
                <a:spcPts val="0"/>
              </a:spcBef>
              <a:spcAft>
                <a:spcPts val="0"/>
              </a:spcAft>
              <a:buClr>
                <a:schemeClr val="lt1"/>
              </a:buClr>
              <a:buSzPts val="800"/>
              <a:buChar char="○"/>
              <a:defRPr>
                <a:solidFill>
                  <a:schemeClr val="lt1"/>
                </a:solidFill>
              </a:defRPr>
            </a:lvl8pPr>
            <a:lvl9pPr indent="-279400" lvl="8" marL="4114800">
              <a:spcBef>
                <a:spcPts val="0"/>
              </a:spcBef>
              <a:spcAft>
                <a:spcPts val="0"/>
              </a:spcAft>
              <a:buClr>
                <a:schemeClr val="lt1"/>
              </a:buClr>
              <a:buSzPts val="800"/>
              <a:buChar char="■"/>
              <a:defRPr>
                <a:solidFill>
                  <a:schemeClr val="lt1"/>
                </a:solidFill>
              </a:defRPr>
            </a:lvl9pPr>
          </a:lstStyle>
          <a:p/>
        </p:txBody>
      </p:sp>
      <p:sp>
        <p:nvSpPr>
          <p:cNvPr id="423" name="Google Shape;423;p8"/>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CUSTOM_1_1_1_1_1_1_1_1_1_1">
    <p:spTree>
      <p:nvGrpSpPr>
        <p:cNvPr id="424" name="Shape 424"/>
        <p:cNvGrpSpPr/>
        <p:nvPr/>
      </p:nvGrpSpPr>
      <p:grpSpPr>
        <a:xfrm>
          <a:off x="0" y="0"/>
          <a:ext cx="0" cy="0"/>
          <a:chOff x="0" y="0"/>
          <a:chExt cx="0" cy="0"/>
        </a:xfrm>
      </p:grpSpPr>
      <p:grpSp>
        <p:nvGrpSpPr>
          <p:cNvPr id="425" name="Google Shape;425;p9"/>
          <p:cNvGrpSpPr/>
          <p:nvPr/>
        </p:nvGrpSpPr>
        <p:grpSpPr>
          <a:xfrm>
            <a:off x="-6096" y="-3429"/>
            <a:ext cx="9156192" cy="5150358"/>
            <a:chOff x="0" y="0"/>
            <a:chExt cx="12192000" cy="6858000"/>
          </a:xfrm>
        </p:grpSpPr>
        <p:sp>
          <p:nvSpPr>
            <p:cNvPr id="426" name="Google Shape;426;p9"/>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27" name="Google Shape;427;p9"/>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28" name="Google Shape;428;p9"/>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29" name="Google Shape;429;p9"/>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30" name="Google Shape;430;p9"/>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31" name="Google Shape;431;p9"/>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32" name="Google Shape;432;p9"/>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33" name="Google Shape;433;p9"/>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34" name="Google Shape;434;p9"/>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35" name="Google Shape;435;p9"/>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36" name="Google Shape;436;p9"/>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37" name="Google Shape;437;p9"/>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38" name="Google Shape;438;p9"/>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39" name="Google Shape;439;p9"/>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40" name="Google Shape;440;p9"/>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41" name="Google Shape;441;p9"/>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42" name="Google Shape;442;p9"/>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43" name="Google Shape;443;p9"/>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44" name="Google Shape;444;p9"/>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45" name="Google Shape;445;p9"/>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46" name="Google Shape;446;p9"/>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47" name="Google Shape;447;p9"/>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48" name="Google Shape;448;p9"/>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49" name="Google Shape;449;p9"/>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50" name="Google Shape;450;p9"/>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51" name="Google Shape;451;p9"/>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52" name="Google Shape;452;p9"/>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53" name="Google Shape;453;p9"/>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54" name="Google Shape;454;p9"/>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55" name="Google Shape;455;p9"/>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56" name="Google Shape;456;p9"/>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57" name="Google Shape;457;p9"/>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58" name="Google Shape;458;p9"/>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59" name="Google Shape;459;p9"/>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60" name="Google Shape;460;p9"/>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61" name="Google Shape;461;p9"/>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62" name="Google Shape;462;p9"/>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63" name="Google Shape;463;p9"/>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64" name="Google Shape;464;p9"/>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65" name="Google Shape;465;p9"/>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66" name="Google Shape;466;p9"/>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67" name="Google Shape;467;p9"/>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68" name="Google Shape;468;p9"/>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69" name="Google Shape;469;p9"/>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70" name="Google Shape;470;p9"/>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71" name="Google Shape;471;p9"/>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72" name="Google Shape;472;p9"/>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73" name="Google Shape;473;p9"/>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74" name="Google Shape;474;p9"/>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75" name="Google Shape;475;p9"/>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76" name="Google Shape;476;p9"/>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77" name="Google Shape;477;p9"/>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78" name="Google Shape;478;p9"/>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79" name="Google Shape;479;p9"/>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80" name="Google Shape;480;p9"/>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81" name="Google Shape;481;p9"/>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82" name="Google Shape;482;p9"/>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83" name="Google Shape;483;p9"/>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84" name="Google Shape;484;p9"/>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485" name="Google Shape;485;p9"/>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sp>
        <p:nvSpPr>
          <p:cNvPr id="486" name="Google Shape;486;p9"/>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7" name="Google Shape;487;p9"/>
          <p:cNvSpPr txBox="1"/>
          <p:nvPr>
            <p:ph type="title"/>
          </p:nvPr>
        </p:nvSpPr>
        <p:spPr>
          <a:xfrm>
            <a:off x="208725" y="344175"/>
            <a:ext cx="5340900" cy="2005200"/>
          </a:xfrm>
          <a:prstGeom prst="rect">
            <a:avLst/>
          </a:prstGeom>
        </p:spPr>
        <p:txBody>
          <a:bodyPr anchorCtr="0" anchor="t" bIns="91425" lIns="91425" spcFirstLastPara="1" rIns="91425" wrap="square" tIns="91425">
            <a:spAutoFit/>
          </a:bodyPr>
          <a:lstStyle>
            <a:lvl1pPr lvl="0">
              <a:spcBef>
                <a:spcPts val="0"/>
              </a:spcBef>
              <a:spcAft>
                <a:spcPts val="0"/>
              </a:spcAft>
              <a:buSzPts val="6000"/>
              <a:buNone/>
              <a:defRPr sz="6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88" name="Google Shape;488;p9"/>
          <p:cNvSpPr txBox="1"/>
          <p:nvPr>
            <p:ph idx="1" type="subTitle"/>
          </p:nvPr>
        </p:nvSpPr>
        <p:spPr>
          <a:xfrm>
            <a:off x="5767125" y="425525"/>
            <a:ext cx="3238500" cy="35205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89" name="Google Shape;489;p9"/>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CUSTOM_1_1_1_1_1_1_1_1_1_1_1">
    <p:spTree>
      <p:nvGrpSpPr>
        <p:cNvPr id="490" name="Shape 490"/>
        <p:cNvGrpSpPr/>
        <p:nvPr/>
      </p:nvGrpSpPr>
      <p:grpSpPr>
        <a:xfrm>
          <a:off x="0" y="0"/>
          <a:ext cx="0" cy="0"/>
          <a:chOff x="0" y="0"/>
          <a:chExt cx="0" cy="0"/>
        </a:xfrm>
      </p:grpSpPr>
      <p:grpSp>
        <p:nvGrpSpPr>
          <p:cNvPr id="491" name="Google Shape;491;p10"/>
          <p:cNvGrpSpPr/>
          <p:nvPr/>
        </p:nvGrpSpPr>
        <p:grpSpPr>
          <a:xfrm>
            <a:off x="-6096" y="-3429"/>
            <a:ext cx="9156192" cy="5150358"/>
            <a:chOff x="0" y="0"/>
            <a:chExt cx="12192000" cy="6858000"/>
          </a:xfrm>
        </p:grpSpPr>
        <p:sp>
          <p:nvSpPr>
            <p:cNvPr id="492" name="Google Shape;492;p10"/>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93" name="Google Shape;493;p10"/>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94" name="Google Shape;494;p10"/>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95" name="Google Shape;495;p10"/>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96" name="Google Shape;496;p10"/>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97" name="Google Shape;497;p10"/>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98" name="Google Shape;498;p10"/>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99" name="Google Shape;499;p10"/>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00" name="Google Shape;500;p10"/>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01" name="Google Shape;501;p10"/>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02" name="Google Shape;502;p10"/>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03" name="Google Shape;503;p10"/>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04" name="Google Shape;504;p10"/>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05" name="Google Shape;505;p10"/>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06" name="Google Shape;506;p10"/>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07" name="Google Shape;507;p10"/>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08" name="Google Shape;508;p10"/>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09" name="Google Shape;509;p10"/>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10" name="Google Shape;510;p10"/>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11" name="Google Shape;511;p10"/>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12" name="Google Shape;512;p10"/>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13" name="Google Shape;513;p10"/>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14" name="Google Shape;514;p10"/>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15" name="Google Shape;515;p10"/>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16" name="Google Shape;516;p10"/>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17" name="Google Shape;517;p10"/>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18" name="Google Shape;518;p10"/>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19" name="Google Shape;519;p10"/>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20" name="Google Shape;520;p10"/>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21" name="Google Shape;521;p10"/>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22" name="Google Shape;522;p10"/>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23" name="Google Shape;523;p10"/>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24" name="Google Shape;524;p10"/>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25" name="Google Shape;525;p10"/>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26" name="Google Shape;526;p10"/>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27" name="Google Shape;527;p10"/>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28" name="Google Shape;528;p10"/>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29" name="Google Shape;529;p10"/>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30" name="Google Shape;530;p10"/>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31" name="Google Shape;531;p10"/>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32" name="Google Shape;532;p10"/>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33" name="Google Shape;533;p10"/>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34" name="Google Shape;534;p10"/>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35" name="Google Shape;535;p10"/>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36" name="Google Shape;536;p10"/>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37" name="Google Shape;537;p10"/>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38" name="Google Shape;538;p10"/>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39" name="Google Shape;539;p10"/>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40" name="Google Shape;540;p10"/>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41" name="Google Shape;541;p10"/>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42" name="Google Shape;542;p10"/>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43" name="Google Shape;543;p10"/>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44" name="Google Shape;544;p10"/>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45" name="Google Shape;545;p10"/>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46" name="Google Shape;546;p10"/>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47" name="Google Shape;547;p10"/>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48" name="Google Shape;548;p10"/>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49" name="Google Shape;549;p10"/>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50" name="Google Shape;550;p10"/>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551" name="Google Shape;551;p10"/>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sp>
        <p:nvSpPr>
          <p:cNvPr id="552" name="Google Shape;552;p10"/>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3" name="Google Shape;553;p10"/>
          <p:cNvSpPr txBox="1"/>
          <p:nvPr>
            <p:ph type="title"/>
          </p:nvPr>
        </p:nvSpPr>
        <p:spPr>
          <a:xfrm>
            <a:off x="208725" y="344175"/>
            <a:ext cx="5340900" cy="2005200"/>
          </a:xfrm>
          <a:prstGeom prst="rect">
            <a:avLst/>
          </a:prstGeom>
        </p:spPr>
        <p:txBody>
          <a:bodyPr anchorCtr="0" anchor="t" bIns="91425" lIns="91425" spcFirstLastPara="1" rIns="91425" wrap="square" tIns="91425">
            <a:spAutoFit/>
          </a:bodyPr>
          <a:lstStyle>
            <a:lvl1pPr lvl="0">
              <a:spcBef>
                <a:spcPts val="0"/>
              </a:spcBef>
              <a:spcAft>
                <a:spcPts val="0"/>
              </a:spcAft>
              <a:buSzPts val="6000"/>
              <a:buNone/>
              <a:defRPr sz="6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54" name="Google Shape;554;p10"/>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CUSTOM_1_1_1_1_1_1_1_1_1_1_2">
    <p:spTree>
      <p:nvGrpSpPr>
        <p:cNvPr id="555" name="Shape 555"/>
        <p:cNvGrpSpPr/>
        <p:nvPr/>
      </p:nvGrpSpPr>
      <p:grpSpPr>
        <a:xfrm>
          <a:off x="0" y="0"/>
          <a:ext cx="0" cy="0"/>
          <a:chOff x="0" y="0"/>
          <a:chExt cx="0" cy="0"/>
        </a:xfrm>
      </p:grpSpPr>
      <p:grpSp>
        <p:nvGrpSpPr>
          <p:cNvPr id="556" name="Google Shape;556;p11"/>
          <p:cNvGrpSpPr/>
          <p:nvPr/>
        </p:nvGrpSpPr>
        <p:grpSpPr>
          <a:xfrm>
            <a:off x="-6096" y="-3429"/>
            <a:ext cx="9156192" cy="5150358"/>
            <a:chOff x="0" y="0"/>
            <a:chExt cx="12192000" cy="6858000"/>
          </a:xfrm>
        </p:grpSpPr>
        <p:sp>
          <p:nvSpPr>
            <p:cNvPr id="557" name="Google Shape;557;p11"/>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58" name="Google Shape;558;p11"/>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59" name="Google Shape;559;p11"/>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60" name="Google Shape;560;p11"/>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61" name="Google Shape;561;p11"/>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62" name="Google Shape;562;p11"/>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63" name="Google Shape;563;p11"/>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64" name="Google Shape;564;p11"/>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65" name="Google Shape;565;p11"/>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66" name="Google Shape;566;p11"/>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67" name="Google Shape;567;p11"/>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68" name="Google Shape;568;p11"/>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69" name="Google Shape;569;p11"/>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70" name="Google Shape;570;p11"/>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71" name="Google Shape;571;p11"/>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72" name="Google Shape;572;p11"/>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73" name="Google Shape;573;p11"/>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74" name="Google Shape;574;p11"/>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75" name="Google Shape;575;p11"/>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76" name="Google Shape;576;p11"/>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77" name="Google Shape;577;p11"/>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78" name="Google Shape;578;p11"/>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79" name="Google Shape;579;p11"/>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80" name="Google Shape;580;p11"/>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81" name="Google Shape;581;p11"/>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82" name="Google Shape;582;p11"/>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83" name="Google Shape;583;p11"/>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84" name="Google Shape;584;p11"/>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85" name="Google Shape;585;p11"/>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86" name="Google Shape;586;p11"/>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87" name="Google Shape;587;p11"/>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88" name="Google Shape;588;p11"/>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89" name="Google Shape;589;p11"/>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90" name="Google Shape;590;p11"/>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91" name="Google Shape;591;p11"/>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92" name="Google Shape;592;p11"/>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93" name="Google Shape;593;p11"/>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94" name="Google Shape;594;p11"/>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95" name="Google Shape;595;p11"/>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96" name="Google Shape;596;p11"/>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97" name="Google Shape;597;p11"/>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98" name="Google Shape;598;p11"/>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99" name="Google Shape;599;p11"/>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00" name="Google Shape;600;p11"/>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01" name="Google Shape;601;p11"/>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02" name="Google Shape;602;p11"/>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03" name="Google Shape;603;p11"/>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04" name="Google Shape;604;p11"/>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05" name="Google Shape;605;p11"/>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06" name="Google Shape;606;p11"/>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07" name="Google Shape;607;p11"/>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08" name="Google Shape;608;p11"/>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09" name="Google Shape;609;p11"/>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10" name="Google Shape;610;p11"/>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11" name="Google Shape;611;p11"/>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12" name="Google Shape;612;p11"/>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13" name="Google Shape;613;p11"/>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14" name="Google Shape;614;p11"/>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15" name="Google Shape;615;p11"/>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616" name="Google Shape;616;p11"/>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sp>
        <p:nvSpPr>
          <p:cNvPr id="617" name="Google Shape;617;p11"/>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18" name="Google Shape;618;p11"/>
          <p:cNvSpPr txBox="1"/>
          <p:nvPr>
            <p:ph type="title"/>
          </p:nvPr>
        </p:nvSpPr>
        <p:spPr>
          <a:xfrm>
            <a:off x="208725" y="344175"/>
            <a:ext cx="7640400" cy="2005200"/>
          </a:xfrm>
          <a:prstGeom prst="rect">
            <a:avLst/>
          </a:prstGeom>
        </p:spPr>
        <p:txBody>
          <a:bodyPr anchorCtr="0" anchor="t" bIns="91425" lIns="91425" spcFirstLastPara="1" rIns="91425" wrap="square" tIns="91425">
            <a:spAutoFit/>
          </a:bodyPr>
          <a:lstStyle>
            <a:lvl1pPr lvl="0">
              <a:spcBef>
                <a:spcPts val="0"/>
              </a:spcBef>
              <a:spcAft>
                <a:spcPts val="0"/>
              </a:spcAft>
              <a:buSzPts val="6000"/>
              <a:buNone/>
              <a:defRPr sz="6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19" name="Google Shape;619;p11"/>
          <p:cNvSpPr txBox="1"/>
          <p:nvPr>
            <p:ph idx="1" type="body"/>
          </p:nvPr>
        </p:nvSpPr>
        <p:spPr>
          <a:xfrm>
            <a:off x="208725" y="2320375"/>
            <a:ext cx="7353900" cy="2591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620" name="Google Shape;620;p11"/>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CUSTOM_1_1_1_1_1_1_1_1_1_1_2_1">
    <p:spTree>
      <p:nvGrpSpPr>
        <p:cNvPr id="621" name="Shape 621"/>
        <p:cNvGrpSpPr/>
        <p:nvPr/>
      </p:nvGrpSpPr>
      <p:grpSpPr>
        <a:xfrm>
          <a:off x="0" y="0"/>
          <a:ext cx="0" cy="0"/>
          <a:chOff x="0" y="0"/>
          <a:chExt cx="0" cy="0"/>
        </a:xfrm>
      </p:grpSpPr>
      <p:grpSp>
        <p:nvGrpSpPr>
          <p:cNvPr id="622" name="Google Shape;622;p12"/>
          <p:cNvGrpSpPr/>
          <p:nvPr/>
        </p:nvGrpSpPr>
        <p:grpSpPr>
          <a:xfrm>
            <a:off x="-6096" y="-3429"/>
            <a:ext cx="9156192" cy="5150358"/>
            <a:chOff x="0" y="0"/>
            <a:chExt cx="12192000" cy="6858000"/>
          </a:xfrm>
        </p:grpSpPr>
        <p:sp>
          <p:nvSpPr>
            <p:cNvPr id="623" name="Google Shape;623;p12"/>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24" name="Google Shape;624;p12"/>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25" name="Google Shape;625;p12"/>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26" name="Google Shape;626;p12"/>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27" name="Google Shape;627;p12"/>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28" name="Google Shape;628;p12"/>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29" name="Google Shape;629;p12"/>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30" name="Google Shape;630;p12"/>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31" name="Google Shape;631;p12"/>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32" name="Google Shape;632;p12"/>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33" name="Google Shape;633;p12"/>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34" name="Google Shape;634;p12"/>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35" name="Google Shape;635;p12"/>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36" name="Google Shape;636;p12"/>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37" name="Google Shape;637;p12"/>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38" name="Google Shape;638;p12"/>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39" name="Google Shape;639;p12"/>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40" name="Google Shape;640;p12"/>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41" name="Google Shape;641;p12"/>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42" name="Google Shape;642;p12"/>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43" name="Google Shape;643;p12"/>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44" name="Google Shape;644;p12"/>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45" name="Google Shape;645;p12"/>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46" name="Google Shape;646;p12"/>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47" name="Google Shape;647;p12"/>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48" name="Google Shape;648;p12"/>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49" name="Google Shape;649;p12"/>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50" name="Google Shape;650;p12"/>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51" name="Google Shape;651;p12"/>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52" name="Google Shape;652;p12"/>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53" name="Google Shape;653;p12"/>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54" name="Google Shape;654;p12"/>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55" name="Google Shape;655;p12"/>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56" name="Google Shape;656;p12"/>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57" name="Google Shape;657;p12"/>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58" name="Google Shape;658;p12"/>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59" name="Google Shape;659;p12"/>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60" name="Google Shape;660;p12"/>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61" name="Google Shape;661;p12"/>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62" name="Google Shape;662;p12"/>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63" name="Google Shape;663;p12"/>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64" name="Google Shape;664;p12"/>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65" name="Google Shape;665;p12"/>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66" name="Google Shape;666;p12"/>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67" name="Google Shape;667;p12"/>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68" name="Google Shape;668;p12"/>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69" name="Google Shape;669;p12"/>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70" name="Google Shape;670;p12"/>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71" name="Google Shape;671;p12"/>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72" name="Google Shape;672;p12"/>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73" name="Google Shape;673;p12"/>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74" name="Google Shape;674;p12"/>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75" name="Google Shape;675;p12"/>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76" name="Google Shape;676;p12"/>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77" name="Google Shape;677;p12"/>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78" name="Google Shape;678;p12"/>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79" name="Google Shape;679;p12"/>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80" name="Google Shape;680;p12"/>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81" name="Google Shape;681;p12"/>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682" name="Google Shape;682;p12"/>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sp>
        <p:nvSpPr>
          <p:cNvPr id="683" name="Google Shape;683;p12"/>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84" name="Google Shape;684;p12"/>
          <p:cNvSpPr txBox="1"/>
          <p:nvPr>
            <p:ph type="title"/>
          </p:nvPr>
        </p:nvSpPr>
        <p:spPr>
          <a:xfrm>
            <a:off x="208725" y="344175"/>
            <a:ext cx="7418400" cy="2005200"/>
          </a:xfrm>
          <a:prstGeom prst="rect">
            <a:avLst/>
          </a:prstGeom>
        </p:spPr>
        <p:txBody>
          <a:bodyPr anchorCtr="0" anchor="t" bIns="91425" lIns="91425" spcFirstLastPara="1" rIns="91425" wrap="square" tIns="91425">
            <a:spAutoFit/>
          </a:bodyPr>
          <a:lstStyle>
            <a:lvl1pPr lvl="0">
              <a:spcBef>
                <a:spcPts val="0"/>
              </a:spcBef>
              <a:spcAft>
                <a:spcPts val="0"/>
              </a:spcAft>
              <a:buSzPts val="6000"/>
              <a:buNone/>
              <a:defRPr sz="6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85" name="Google Shape;685;p12"/>
          <p:cNvSpPr txBox="1"/>
          <p:nvPr>
            <p:ph idx="1" type="body"/>
          </p:nvPr>
        </p:nvSpPr>
        <p:spPr>
          <a:xfrm>
            <a:off x="208725" y="2320375"/>
            <a:ext cx="4254900" cy="2591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686" name="Google Shape;686;p12"/>
          <p:cNvSpPr txBox="1"/>
          <p:nvPr>
            <p:ph idx="2" type="body"/>
          </p:nvPr>
        </p:nvSpPr>
        <p:spPr>
          <a:xfrm>
            <a:off x="4684150" y="2320375"/>
            <a:ext cx="4254900" cy="2591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687" name="Google Shape;687;p12"/>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CUSTOM_1_1_1_1_1_1_1_1_1_1_2_1_1">
    <p:spTree>
      <p:nvGrpSpPr>
        <p:cNvPr id="688" name="Shape 688"/>
        <p:cNvGrpSpPr/>
        <p:nvPr/>
      </p:nvGrpSpPr>
      <p:grpSpPr>
        <a:xfrm>
          <a:off x="0" y="0"/>
          <a:ext cx="0" cy="0"/>
          <a:chOff x="0" y="0"/>
          <a:chExt cx="0" cy="0"/>
        </a:xfrm>
      </p:grpSpPr>
      <p:grpSp>
        <p:nvGrpSpPr>
          <p:cNvPr id="689" name="Google Shape;689;p13"/>
          <p:cNvGrpSpPr/>
          <p:nvPr/>
        </p:nvGrpSpPr>
        <p:grpSpPr>
          <a:xfrm>
            <a:off x="-6096" y="-3429"/>
            <a:ext cx="9156192" cy="5150358"/>
            <a:chOff x="0" y="0"/>
            <a:chExt cx="12192000" cy="6858000"/>
          </a:xfrm>
        </p:grpSpPr>
        <p:sp>
          <p:nvSpPr>
            <p:cNvPr id="690" name="Google Shape;690;p13"/>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91" name="Google Shape;691;p13"/>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92" name="Google Shape;692;p13"/>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93" name="Google Shape;693;p13"/>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94" name="Google Shape;694;p13"/>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95" name="Google Shape;695;p13"/>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96" name="Google Shape;696;p13"/>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97" name="Google Shape;697;p13"/>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98" name="Google Shape;698;p13"/>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99" name="Google Shape;699;p13"/>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00" name="Google Shape;700;p13"/>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01" name="Google Shape;701;p13"/>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02" name="Google Shape;702;p13"/>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03" name="Google Shape;703;p13"/>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04" name="Google Shape;704;p13"/>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05" name="Google Shape;705;p13"/>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06" name="Google Shape;706;p13"/>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07" name="Google Shape;707;p13"/>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08" name="Google Shape;708;p13"/>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09" name="Google Shape;709;p13"/>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10" name="Google Shape;710;p13"/>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11" name="Google Shape;711;p13"/>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12" name="Google Shape;712;p13"/>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13" name="Google Shape;713;p13"/>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14" name="Google Shape;714;p13"/>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15" name="Google Shape;715;p13"/>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16" name="Google Shape;716;p13"/>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17" name="Google Shape;717;p13"/>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18" name="Google Shape;718;p13"/>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19" name="Google Shape;719;p13"/>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20" name="Google Shape;720;p13"/>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21" name="Google Shape;721;p13"/>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22" name="Google Shape;722;p13"/>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23" name="Google Shape;723;p13"/>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24" name="Google Shape;724;p13"/>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25" name="Google Shape;725;p13"/>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26" name="Google Shape;726;p13"/>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27" name="Google Shape;727;p13"/>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28" name="Google Shape;728;p13"/>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29" name="Google Shape;729;p13"/>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30" name="Google Shape;730;p13"/>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31" name="Google Shape;731;p13"/>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32" name="Google Shape;732;p13"/>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33" name="Google Shape;733;p13"/>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34" name="Google Shape;734;p13"/>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35" name="Google Shape;735;p13"/>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36" name="Google Shape;736;p13"/>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37" name="Google Shape;737;p13"/>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38" name="Google Shape;738;p13"/>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39" name="Google Shape;739;p13"/>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40" name="Google Shape;740;p13"/>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41" name="Google Shape;741;p13"/>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42" name="Google Shape;742;p13"/>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43" name="Google Shape;743;p13"/>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44" name="Google Shape;744;p13"/>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45" name="Google Shape;745;p13"/>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46" name="Google Shape;746;p13"/>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47" name="Google Shape;747;p13"/>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48" name="Google Shape;748;p13"/>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749" name="Google Shape;749;p13"/>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sp>
        <p:nvSpPr>
          <p:cNvPr id="750" name="Google Shape;750;p13"/>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51" name="Google Shape;751;p13"/>
          <p:cNvSpPr txBox="1"/>
          <p:nvPr>
            <p:ph type="title"/>
          </p:nvPr>
        </p:nvSpPr>
        <p:spPr>
          <a:xfrm>
            <a:off x="208725" y="344175"/>
            <a:ext cx="7601100" cy="2005200"/>
          </a:xfrm>
          <a:prstGeom prst="rect">
            <a:avLst/>
          </a:prstGeom>
        </p:spPr>
        <p:txBody>
          <a:bodyPr anchorCtr="0" anchor="t" bIns="91425" lIns="91425" spcFirstLastPara="1" rIns="91425" wrap="square" tIns="91425">
            <a:spAutoFit/>
          </a:bodyPr>
          <a:lstStyle>
            <a:lvl1pPr lvl="0">
              <a:spcBef>
                <a:spcPts val="0"/>
              </a:spcBef>
              <a:spcAft>
                <a:spcPts val="0"/>
              </a:spcAft>
              <a:buSzPts val="6000"/>
              <a:buNone/>
              <a:defRPr sz="6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52" name="Google Shape;752;p13"/>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one column text">
  <p:cSld name="CUSTOM_1_1_1_1_1_1_1_1_1_1_2_1_1_1">
    <p:spTree>
      <p:nvGrpSpPr>
        <p:cNvPr id="753" name="Shape 753"/>
        <p:cNvGrpSpPr/>
        <p:nvPr/>
      </p:nvGrpSpPr>
      <p:grpSpPr>
        <a:xfrm>
          <a:off x="0" y="0"/>
          <a:ext cx="0" cy="0"/>
          <a:chOff x="0" y="0"/>
          <a:chExt cx="0" cy="0"/>
        </a:xfrm>
      </p:grpSpPr>
      <p:grpSp>
        <p:nvGrpSpPr>
          <p:cNvPr id="754" name="Google Shape;754;p14"/>
          <p:cNvGrpSpPr/>
          <p:nvPr/>
        </p:nvGrpSpPr>
        <p:grpSpPr>
          <a:xfrm>
            <a:off x="-6096" y="-3429"/>
            <a:ext cx="9156192" cy="5150358"/>
            <a:chOff x="0" y="0"/>
            <a:chExt cx="12192000" cy="6858000"/>
          </a:xfrm>
        </p:grpSpPr>
        <p:sp>
          <p:nvSpPr>
            <p:cNvPr id="755" name="Google Shape;755;p14"/>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56" name="Google Shape;756;p14"/>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57" name="Google Shape;757;p14"/>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58" name="Google Shape;758;p14"/>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59" name="Google Shape;759;p14"/>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60" name="Google Shape;760;p14"/>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61" name="Google Shape;761;p14"/>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62" name="Google Shape;762;p14"/>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63" name="Google Shape;763;p14"/>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64" name="Google Shape;764;p14"/>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65" name="Google Shape;765;p14"/>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66" name="Google Shape;766;p14"/>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67" name="Google Shape;767;p14"/>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68" name="Google Shape;768;p14"/>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69" name="Google Shape;769;p14"/>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70" name="Google Shape;770;p14"/>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71" name="Google Shape;771;p14"/>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72" name="Google Shape;772;p14"/>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73" name="Google Shape;773;p14"/>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74" name="Google Shape;774;p14"/>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75" name="Google Shape;775;p14"/>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76" name="Google Shape;776;p14"/>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77" name="Google Shape;777;p14"/>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78" name="Google Shape;778;p14"/>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79" name="Google Shape;779;p14"/>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80" name="Google Shape;780;p14"/>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81" name="Google Shape;781;p14"/>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82" name="Google Shape;782;p14"/>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83" name="Google Shape;783;p14"/>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84" name="Google Shape;784;p14"/>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85" name="Google Shape;785;p14"/>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86" name="Google Shape;786;p14"/>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87" name="Google Shape;787;p14"/>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88" name="Google Shape;788;p14"/>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89" name="Google Shape;789;p14"/>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90" name="Google Shape;790;p14"/>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91" name="Google Shape;791;p14"/>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92" name="Google Shape;792;p14"/>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93" name="Google Shape;793;p14"/>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94" name="Google Shape;794;p14"/>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95" name="Google Shape;795;p14"/>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96" name="Google Shape;796;p14"/>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97" name="Google Shape;797;p14"/>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98" name="Google Shape;798;p14"/>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99" name="Google Shape;799;p14"/>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00" name="Google Shape;800;p14"/>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01" name="Google Shape;801;p14"/>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02" name="Google Shape;802;p14"/>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03" name="Google Shape;803;p14"/>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04" name="Google Shape;804;p14"/>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05" name="Google Shape;805;p14"/>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06" name="Google Shape;806;p14"/>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07" name="Google Shape;807;p14"/>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08" name="Google Shape;808;p14"/>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09" name="Google Shape;809;p14"/>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10" name="Google Shape;810;p14"/>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11" name="Google Shape;811;p14"/>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12" name="Google Shape;812;p14"/>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13" name="Google Shape;813;p14"/>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814" name="Google Shape;814;p14"/>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sp>
        <p:nvSpPr>
          <p:cNvPr id="815" name="Google Shape;815;p14"/>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16" name="Google Shape;816;p14"/>
          <p:cNvSpPr txBox="1"/>
          <p:nvPr>
            <p:ph type="title"/>
          </p:nvPr>
        </p:nvSpPr>
        <p:spPr>
          <a:xfrm>
            <a:off x="208725" y="344175"/>
            <a:ext cx="5558400" cy="2005200"/>
          </a:xfrm>
          <a:prstGeom prst="rect">
            <a:avLst/>
          </a:prstGeom>
        </p:spPr>
        <p:txBody>
          <a:bodyPr anchorCtr="0" anchor="t" bIns="91425" lIns="91425" spcFirstLastPara="1" rIns="91425" wrap="square" tIns="91425">
            <a:spAutoFit/>
          </a:bodyPr>
          <a:lstStyle>
            <a:lvl1pPr lvl="0">
              <a:spcBef>
                <a:spcPts val="0"/>
              </a:spcBef>
              <a:spcAft>
                <a:spcPts val="0"/>
              </a:spcAft>
              <a:buSzPts val="6000"/>
              <a:buNone/>
              <a:defRPr sz="6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17" name="Google Shape;817;p14"/>
          <p:cNvSpPr txBox="1"/>
          <p:nvPr>
            <p:ph idx="1" type="subTitle"/>
          </p:nvPr>
        </p:nvSpPr>
        <p:spPr>
          <a:xfrm>
            <a:off x="5767125" y="425525"/>
            <a:ext cx="3238500" cy="9132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18" name="Google Shape;818;p14"/>
          <p:cNvSpPr txBox="1"/>
          <p:nvPr>
            <p:ph idx="2" type="body"/>
          </p:nvPr>
        </p:nvSpPr>
        <p:spPr>
          <a:xfrm>
            <a:off x="208725" y="3050325"/>
            <a:ext cx="6666600" cy="18615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819" name="Google Shape;819;p14"/>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CUSTOM_1_1_1_1_1_1_1_1_1_1_2_1_1_1_1">
    <p:spTree>
      <p:nvGrpSpPr>
        <p:cNvPr id="820" name="Shape 820"/>
        <p:cNvGrpSpPr/>
        <p:nvPr/>
      </p:nvGrpSpPr>
      <p:grpSpPr>
        <a:xfrm>
          <a:off x="0" y="0"/>
          <a:ext cx="0" cy="0"/>
          <a:chOff x="0" y="0"/>
          <a:chExt cx="0" cy="0"/>
        </a:xfrm>
      </p:grpSpPr>
      <p:grpSp>
        <p:nvGrpSpPr>
          <p:cNvPr id="821" name="Google Shape;821;p15"/>
          <p:cNvGrpSpPr/>
          <p:nvPr/>
        </p:nvGrpSpPr>
        <p:grpSpPr>
          <a:xfrm>
            <a:off x="-6096" y="-3429"/>
            <a:ext cx="9156192" cy="5150358"/>
            <a:chOff x="0" y="0"/>
            <a:chExt cx="12192000" cy="6858000"/>
          </a:xfrm>
        </p:grpSpPr>
        <p:sp>
          <p:nvSpPr>
            <p:cNvPr id="822" name="Google Shape;822;p15"/>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23" name="Google Shape;823;p15"/>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24" name="Google Shape;824;p15"/>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25" name="Google Shape;825;p15"/>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26" name="Google Shape;826;p15"/>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27" name="Google Shape;827;p15"/>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28" name="Google Shape;828;p15"/>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29" name="Google Shape;829;p15"/>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30" name="Google Shape;830;p15"/>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31" name="Google Shape;831;p15"/>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32" name="Google Shape;832;p15"/>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33" name="Google Shape;833;p15"/>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34" name="Google Shape;834;p15"/>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35" name="Google Shape;835;p15"/>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36" name="Google Shape;836;p15"/>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37" name="Google Shape;837;p15"/>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38" name="Google Shape;838;p15"/>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39" name="Google Shape;839;p15"/>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40" name="Google Shape;840;p15"/>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41" name="Google Shape;841;p15"/>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42" name="Google Shape;842;p15"/>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43" name="Google Shape;843;p15"/>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44" name="Google Shape;844;p15"/>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45" name="Google Shape;845;p15"/>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46" name="Google Shape;846;p15"/>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47" name="Google Shape;847;p15"/>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48" name="Google Shape;848;p15"/>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49" name="Google Shape;849;p15"/>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50" name="Google Shape;850;p15"/>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51" name="Google Shape;851;p15"/>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52" name="Google Shape;852;p15"/>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53" name="Google Shape;853;p15"/>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54" name="Google Shape;854;p15"/>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55" name="Google Shape;855;p15"/>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56" name="Google Shape;856;p15"/>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57" name="Google Shape;857;p15"/>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58" name="Google Shape;858;p15"/>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59" name="Google Shape;859;p15"/>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60" name="Google Shape;860;p15"/>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61" name="Google Shape;861;p15"/>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62" name="Google Shape;862;p15"/>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63" name="Google Shape;863;p15"/>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64" name="Google Shape;864;p15"/>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65" name="Google Shape;865;p15"/>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66" name="Google Shape;866;p15"/>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67" name="Google Shape;867;p15"/>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68" name="Google Shape;868;p15"/>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69" name="Google Shape;869;p15"/>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70" name="Google Shape;870;p15"/>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71" name="Google Shape;871;p15"/>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72" name="Google Shape;872;p15"/>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73" name="Google Shape;873;p15"/>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74" name="Google Shape;874;p15"/>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75" name="Google Shape;875;p15"/>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76" name="Google Shape;876;p15"/>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77" name="Google Shape;877;p15"/>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78" name="Google Shape;878;p15"/>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79" name="Google Shape;879;p15"/>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80" name="Google Shape;880;p15"/>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881" name="Google Shape;881;p15"/>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sp>
        <p:nvSpPr>
          <p:cNvPr id="882" name="Google Shape;882;p15"/>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83" name="Google Shape;883;p15"/>
          <p:cNvSpPr txBox="1"/>
          <p:nvPr>
            <p:ph type="title"/>
          </p:nvPr>
        </p:nvSpPr>
        <p:spPr>
          <a:xfrm>
            <a:off x="836250" y="1569150"/>
            <a:ext cx="7471500" cy="2005200"/>
          </a:xfrm>
          <a:prstGeom prst="rect">
            <a:avLst/>
          </a:prstGeom>
        </p:spPr>
        <p:txBody>
          <a:bodyPr anchorCtr="0" anchor="t" bIns="91425" lIns="91425" spcFirstLastPara="1" rIns="91425" wrap="square" tIns="91425">
            <a:spAutoFit/>
          </a:bodyPr>
          <a:lstStyle>
            <a:lvl1pPr lvl="0" algn="ctr">
              <a:spcBef>
                <a:spcPts val="0"/>
              </a:spcBef>
              <a:spcAft>
                <a:spcPts val="0"/>
              </a:spcAft>
              <a:buSzPts val="6000"/>
              <a:buNone/>
              <a:defRPr sz="6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84" name="Google Shape;884;p15"/>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_1">
    <p:spTree>
      <p:nvGrpSpPr>
        <p:cNvPr id="885" name="Shape 885"/>
        <p:cNvGrpSpPr/>
        <p:nvPr/>
      </p:nvGrpSpPr>
      <p:grpSpPr>
        <a:xfrm>
          <a:off x="0" y="0"/>
          <a:ext cx="0" cy="0"/>
          <a:chOff x="0" y="0"/>
          <a:chExt cx="0" cy="0"/>
        </a:xfrm>
      </p:grpSpPr>
      <p:sp>
        <p:nvSpPr>
          <p:cNvPr id="886" name="Google Shape;886;p16"/>
          <p:cNvSpPr txBox="1"/>
          <p:nvPr>
            <p:ph type="title"/>
          </p:nvPr>
        </p:nvSpPr>
        <p:spPr>
          <a:xfrm>
            <a:off x="311700" y="555600"/>
            <a:ext cx="2808000" cy="755700"/>
          </a:xfrm>
          <a:prstGeom prst="rect">
            <a:avLst/>
          </a:prstGeom>
        </p:spPr>
        <p:txBody>
          <a:bodyPr anchorCtr="0" anchor="b" bIns="91425" lIns="91425" spcFirstLastPara="1" rIns="91425" wrap="square" tIns="91425">
            <a:sp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887" name="Google Shape;887;p16"/>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888" name="Google Shape;888;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_1">
    <p:spTree>
      <p:nvGrpSpPr>
        <p:cNvPr id="889" name="Shape 889"/>
        <p:cNvGrpSpPr/>
        <p:nvPr/>
      </p:nvGrpSpPr>
      <p:grpSpPr>
        <a:xfrm>
          <a:off x="0" y="0"/>
          <a:ext cx="0" cy="0"/>
          <a:chOff x="0" y="0"/>
          <a:chExt cx="0" cy="0"/>
        </a:xfrm>
      </p:grpSpPr>
      <p:sp>
        <p:nvSpPr>
          <p:cNvPr id="890" name="Google Shape;890;p17"/>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 name="Google Shape;891;p17"/>
          <p:cNvSpPr txBox="1"/>
          <p:nvPr>
            <p:ph type="title"/>
          </p:nvPr>
        </p:nvSpPr>
        <p:spPr>
          <a:xfrm>
            <a:off x="265500" y="1233175"/>
            <a:ext cx="4045200" cy="1482300"/>
          </a:xfrm>
          <a:prstGeom prst="rect">
            <a:avLst/>
          </a:prstGeom>
        </p:spPr>
        <p:txBody>
          <a:bodyPr anchorCtr="0" anchor="b" bIns="91425" lIns="91425" spcFirstLastPara="1" rIns="91425" wrap="square" tIns="91425">
            <a:sp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892" name="Google Shape;892;p17"/>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893" name="Google Shape;893;p17"/>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SzPts val="800"/>
              <a:buChar char="●"/>
              <a:defRPr/>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894" name="Google Shape;894;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section title and description">
  <p:cSld name="CUSTOM_1_1_1_1_1_1_1_1_1_1_2_1_1_1_1_1">
    <p:spTree>
      <p:nvGrpSpPr>
        <p:cNvPr id="895" name="Shape 895"/>
        <p:cNvGrpSpPr/>
        <p:nvPr/>
      </p:nvGrpSpPr>
      <p:grpSpPr>
        <a:xfrm>
          <a:off x="0" y="0"/>
          <a:ext cx="0" cy="0"/>
          <a:chOff x="0" y="0"/>
          <a:chExt cx="0" cy="0"/>
        </a:xfrm>
      </p:grpSpPr>
      <p:grpSp>
        <p:nvGrpSpPr>
          <p:cNvPr id="896" name="Google Shape;896;p18"/>
          <p:cNvGrpSpPr/>
          <p:nvPr/>
        </p:nvGrpSpPr>
        <p:grpSpPr>
          <a:xfrm>
            <a:off x="-6096" y="-3429"/>
            <a:ext cx="9156192" cy="5150358"/>
            <a:chOff x="0" y="0"/>
            <a:chExt cx="12192000" cy="6858000"/>
          </a:xfrm>
        </p:grpSpPr>
        <p:sp>
          <p:nvSpPr>
            <p:cNvPr id="897" name="Google Shape;897;p18"/>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98" name="Google Shape;898;p18"/>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99" name="Google Shape;899;p18"/>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00" name="Google Shape;900;p18"/>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01" name="Google Shape;901;p18"/>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02" name="Google Shape;902;p18"/>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03" name="Google Shape;903;p18"/>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04" name="Google Shape;904;p18"/>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05" name="Google Shape;905;p18"/>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06" name="Google Shape;906;p18"/>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07" name="Google Shape;907;p18"/>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08" name="Google Shape;908;p18"/>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09" name="Google Shape;909;p18"/>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10" name="Google Shape;910;p18"/>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11" name="Google Shape;911;p18"/>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12" name="Google Shape;912;p18"/>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13" name="Google Shape;913;p18"/>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14" name="Google Shape;914;p18"/>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15" name="Google Shape;915;p18"/>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16" name="Google Shape;916;p18"/>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17" name="Google Shape;917;p18"/>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18" name="Google Shape;918;p18"/>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19" name="Google Shape;919;p18"/>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20" name="Google Shape;920;p18"/>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21" name="Google Shape;921;p18"/>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22" name="Google Shape;922;p18"/>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23" name="Google Shape;923;p18"/>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24" name="Google Shape;924;p18"/>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25" name="Google Shape;925;p18"/>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26" name="Google Shape;926;p18"/>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27" name="Google Shape;927;p18"/>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28" name="Google Shape;928;p18"/>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29" name="Google Shape;929;p18"/>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30" name="Google Shape;930;p18"/>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31" name="Google Shape;931;p18"/>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32" name="Google Shape;932;p18"/>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33" name="Google Shape;933;p18"/>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34" name="Google Shape;934;p18"/>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35" name="Google Shape;935;p18"/>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36" name="Google Shape;936;p18"/>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37" name="Google Shape;937;p18"/>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38" name="Google Shape;938;p18"/>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39" name="Google Shape;939;p18"/>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40" name="Google Shape;940;p18"/>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41" name="Google Shape;941;p18"/>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42" name="Google Shape;942;p18"/>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43" name="Google Shape;943;p18"/>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44" name="Google Shape;944;p18"/>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45" name="Google Shape;945;p18"/>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46" name="Google Shape;946;p18"/>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47" name="Google Shape;947;p18"/>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48" name="Google Shape;948;p18"/>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49" name="Google Shape;949;p18"/>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50" name="Google Shape;950;p18"/>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51" name="Google Shape;951;p18"/>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52" name="Google Shape;952;p18"/>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53" name="Google Shape;953;p18"/>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54" name="Google Shape;954;p18"/>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55" name="Google Shape;955;p18"/>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956" name="Google Shape;956;p18"/>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sp>
        <p:nvSpPr>
          <p:cNvPr id="957" name="Google Shape;957;p18"/>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58" name="Google Shape;958;p18"/>
          <p:cNvSpPr txBox="1"/>
          <p:nvPr>
            <p:ph type="title"/>
          </p:nvPr>
        </p:nvSpPr>
        <p:spPr>
          <a:xfrm>
            <a:off x="208725" y="344175"/>
            <a:ext cx="6167700" cy="2005200"/>
          </a:xfrm>
          <a:prstGeom prst="rect">
            <a:avLst/>
          </a:prstGeom>
        </p:spPr>
        <p:txBody>
          <a:bodyPr anchorCtr="0" anchor="t" bIns="91425" lIns="91425" spcFirstLastPara="1" rIns="91425" wrap="square" tIns="91425">
            <a:spAutoFit/>
          </a:bodyPr>
          <a:lstStyle>
            <a:lvl1pPr lvl="0">
              <a:spcBef>
                <a:spcPts val="0"/>
              </a:spcBef>
              <a:spcAft>
                <a:spcPts val="0"/>
              </a:spcAft>
              <a:buSzPts val="6000"/>
              <a:buNone/>
              <a:defRPr sz="6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59" name="Google Shape;959;p18"/>
          <p:cNvSpPr txBox="1"/>
          <p:nvPr>
            <p:ph idx="1" type="subTitle"/>
          </p:nvPr>
        </p:nvSpPr>
        <p:spPr>
          <a:xfrm>
            <a:off x="208725" y="2464950"/>
            <a:ext cx="3238500" cy="9132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60" name="Google Shape;960;p18"/>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USTOM_1_1_1_1_1_1_1_1_1_1_2_1_1_1_1_1_1">
    <p:spTree>
      <p:nvGrpSpPr>
        <p:cNvPr id="961" name="Shape 961"/>
        <p:cNvGrpSpPr/>
        <p:nvPr/>
      </p:nvGrpSpPr>
      <p:grpSpPr>
        <a:xfrm>
          <a:off x="0" y="0"/>
          <a:ext cx="0" cy="0"/>
          <a:chOff x="0" y="0"/>
          <a:chExt cx="0" cy="0"/>
        </a:xfrm>
      </p:grpSpPr>
      <p:grpSp>
        <p:nvGrpSpPr>
          <p:cNvPr id="962" name="Google Shape;962;p19"/>
          <p:cNvGrpSpPr/>
          <p:nvPr/>
        </p:nvGrpSpPr>
        <p:grpSpPr>
          <a:xfrm>
            <a:off x="-6096" y="-3429"/>
            <a:ext cx="9156192" cy="5150358"/>
            <a:chOff x="0" y="0"/>
            <a:chExt cx="12192000" cy="6858000"/>
          </a:xfrm>
        </p:grpSpPr>
        <p:sp>
          <p:nvSpPr>
            <p:cNvPr id="963" name="Google Shape;963;p19"/>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64" name="Google Shape;964;p19"/>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65" name="Google Shape;965;p19"/>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66" name="Google Shape;966;p19"/>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67" name="Google Shape;967;p19"/>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68" name="Google Shape;968;p19"/>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69" name="Google Shape;969;p19"/>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70" name="Google Shape;970;p19"/>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71" name="Google Shape;971;p19"/>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72" name="Google Shape;972;p19"/>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73" name="Google Shape;973;p19"/>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74" name="Google Shape;974;p19"/>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75" name="Google Shape;975;p19"/>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76" name="Google Shape;976;p19"/>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77" name="Google Shape;977;p19"/>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78" name="Google Shape;978;p19"/>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79" name="Google Shape;979;p19"/>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80" name="Google Shape;980;p19"/>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81" name="Google Shape;981;p19"/>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82" name="Google Shape;982;p19"/>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83" name="Google Shape;983;p19"/>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84" name="Google Shape;984;p19"/>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85" name="Google Shape;985;p19"/>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86" name="Google Shape;986;p19"/>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87" name="Google Shape;987;p19"/>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88" name="Google Shape;988;p19"/>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89" name="Google Shape;989;p19"/>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90" name="Google Shape;990;p19"/>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91" name="Google Shape;991;p19"/>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92" name="Google Shape;992;p19"/>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93" name="Google Shape;993;p19"/>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94" name="Google Shape;994;p19"/>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95" name="Google Shape;995;p19"/>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96" name="Google Shape;996;p19"/>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97" name="Google Shape;997;p19"/>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98" name="Google Shape;998;p19"/>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99" name="Google Shape;999;p19"/>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00" name="Google Shape;1000;p19"/>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01" name="Google Shape;1001;p19"/>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02" name="Google Shape;1002;p19"/>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03" name="Google Shape;1003;p19"/>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04" name="Google Shape;1004;p19"/>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05" name="Google Shape;1005;p19"/>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06" name="Google Shape;1006;p19"/>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07" name="Google Shape;1007;p19"/>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08" name="Google Shape;1008;p19"/>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09" name="Google Shape;1009;p19"/>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10" name="Google Shape;1010;p19"/>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11" name="Google Shape;1011;p19"/>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12" name="Google Shape;1012;p19"/>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13" name="Google Shape;1013;p19"/>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14" name="Google Shape;1014;p19"/>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15" name="Google Shape;1015;p19"/>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16" name="Google Shape;1016;p19"/>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17" name="Google Shape;1017;p19"/>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18" name="Google Shape;1018;p19"/>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19" name="Google Shape;1019;p19"/>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20" name="Google Shape;1020;p19"/>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21" name="Google Shape;1021;p19"/>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1022" name="Google Shape;1022;p19"/>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sp>
        <p:nvSpPr>
          <p:cNvPr id="1023" name="Google Shape;1023;p19"/>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24" name="Google Shape;1024;p19"/>
          <p:cNvSpPr txBox="1"/>
          <p:nvPr>
            <p:ph idx="1" type="body"/>
          </p:nvPr>
        </p:nvSpPr>
        <p:spPr>
          <a:xfrm>
            <a:off x="1578900" y="1135050"/>
            <a:ext cx="5986200" cy="2873400"/>
          </a:xfrm>
          <a:prstGeom prst="rect">
            <a:avLst/>
          </a:prstGeom>
        </p:spPr>
        <p:txBody>
          <a:bodyPr anchorCtr="0" anchor="t" bIns="91425" lIns="91425" spcFirstLastPara="1" rIns="91425" wrap="square" tIns="91425">
            <a:noAutofit/>
          </a:bodyPr>
          <a:lstStyle>
            <a:lvl1pPr indent="-279400" lvl="0" marL="457200" algn="ctr">
              <a:spcBef>
                <a:spcPts val="0"/>
              </a:spcBef>
              <a:spcAft>
                <a:spcPts val="0"/>
              </a:spcAft>
              <a:buSzPts val="800"/>
              <a:buChar char="●"/>
              <a:defRPr/>
            </a:lvl1pPr>
            <a:lvl2pPr indent="-279400" lvl="1" marL="914400" algn="ctr">
              <a:spcBef>
                <a:spcPts val="0"/>
              </a:spcBef>
              <a:spcAft>
                <a:spcPts val="0"/>
              </a:spcAft>
              <a:buSzPts val="800"/>
              <a:buChar char="○"/>
              <a:defRPr/>
            </a:lvl2pPr>
            <a:lvl3pPr indent="-279400" lvl="2" marL="1371600" algn="ctr">
              <a:spcBef>
                <a:spcPts val="0"/>
              </a:spcBef>
              <a:spcAft>
                <a:spcPts val="0"/>
              </a:spcAft>
              <a:buSzPts val="800"/>
              <a:buChar char="■"/>
              <a:defRPr/>
            </a:lvl3pPr>
            <a:lvl4pPr indent="-279400" lvl="3" marL="1828800" algn="ctr">
              <a:spcBef>
                <a:spcPts val="0"/>
              </a:spcBef>
              <a:spcAft>
                <a:spcPts val="0"/>
              </a:spcAft>
              <a:buSzPts val="800"/>
              <a:buChar char="●"/>
              <a:defRPr/>
            </a:lvl4pPr>
            <a:lvl5pPr indent="-279400" lvl="4" marL="2286000" algn="ctr">
              <a:spcBef>
                <a:spcPts val="0"/>
              </a:spcBef>
              <a:spcAft>
                <a:spcPts val="0"/>
              </a:spcAft>
              <a:buSzPts val="800"/>
              <a:buChar char="○"/>
              <a:defRPr/>
            </a:lvl5pPr>
            <a:lvl6pPr indent="-279400" lvl="5" marL="2743200" algn="ctr">
              <a:spcBef>
                <a:spcPts val="0"/>
              </a:spcBef>
              <a:spcAft>
                <a:spcPts val="0"/>
              </a:spcAft>
              <a:buSzPts val="800"/>
              <a:buChar char="■"/>
              <a:defRPr/>
            </a:lvl6pPr>
            <a:lvl7pPr indent="-279400" lvl="6" marL="3200400" algn="ctr">
              <a:spcBef>
                <a:spcPts val="0"/>
              </a:spcBef>
              <a:spcAft>
                <a:spcPts val="0"/>
              </a:spcAft>
              <a:buSzPts val="800"/>
              <a:buChar char="●"/>
              <a:defRPr/>
            </a:lvl7pPr>
            <a:lvl8pPr indent="-279400" lvl="7" marL="3657600" algn="ctr">
              <a:spcBef>
                <a:spcPts val="0"/>
              </a:spcBef>
              <a:spcAft>
                <a:spcPts val="0"/>
              </a:spcAft>
              <a:buSzPts val="800"/>
              <a:buChar char="○"/>
              <a:defRPr/>
            </a:lvl8pPr>
            <a:lvl9pPr indent="-279400" lvl="8" marL="4114800" algn="ctr">
              <a:spcBef>
                <a:spcPts val="0"/>
              </a:spcBef>
              <a:spcAft>
                <a:spcPts val="0"/>
              </a:spcAft>
              <a:buSzPts val="800"/>
              <a:buChar char="■"/>
              <a:defRPr/>
            </a:lvl9pPr>
          </a:lstStyle>
          <a:p/>
        </p:txBody>
      </p:sp>
      <p:sp>
        <p:nvSpPr>
          <p:cNvPr id="1025" name="Google Shape;1025;p19"/>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CUSTOM_1_1_1_1_1_1_1_1_1_1_2_1_1_1_1_1_1_1">
    <p:spTree>
      <p:nvGrpSpPr>
        <p:cNvPr id="1026" name="Shape 1026"/>
        <p:cNvGrpSpPr/>
        <p:nvPr/>
      </p:nvGrpSpPr>
      <p:grpSpPr>
        <a:xfrm>
          <a:off x="0" y="0"/>
          <a:ext cx="0" cy="0"/>
          <a:chOff x="0" y="0"/>
          <a:chExt cx="0" cy="0"/>
        </a:xfrm>
      </p:grpSpPr>
      <p:grpSp>
        <p:nvGrpSpPr>
          <p:cNvPr id="1027" name="Google Shape;1027;p20"/>
          <p:cNvGrpSpPr/>
          <p:nvPr/>
        </p:nvGrpSpPr>
        <p:grpSpPr>
          <a:xfrm>
            <a:off x="-6096" y="-3429"/>
            <a:ext cx="9156192" cy="5150358"/>
            <a:chOff x="0" y="0"/>
            <a:chExt cx="12192000" cy="6858000"/>
          </a:xfrm>
        </p:grpSpPr>
        <p:sp>
          <p:nvSpPr>
            <p:cNvPr id="1028" name="Google Shape;1028;p20"/>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29" name="Google Shape;1029;p20"/>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30" name="Google Shape;1030;p20"/>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31" name="Google Shape;1031;p20"/>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32" name="Google Shape;1032;p20"/>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33" name="Google Shape;1033;p20"/>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34" name="Google Shape;1034;p20"/>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35" name="Google Shape;1035;p20"/>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36" name="Google Shape;1036;p20"/>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37" name="Google Shape;1037;p20"/>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38" name="Google Shape;1038;p20"/>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39" name="Google Shape;1039;p20"/>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40" name="Google Shape;1040;p20"/>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41" name="Google Shape;1041;p20"/>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42" name="Google Shape;1042;p20"/>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43" name="Google Shape;1043;p20"/>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44" name="Google Shape;1044;p20"/>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45" name="Google Shape;1045;p20"/>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46" name="Google Shape;1046;p20"/>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47" name="Google Shape;1047;p20"/>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48" name="Google Shape;1048;p20"/>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49" name="Google Shape;1049;p20"/>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50" name="Google Shape;1050;p20"/>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51" name="Google Shape;1051;p20"/>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52" name="Google Shape;1052;p20"/>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53" name="Google Shape;1053;p20"/>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54" name="Google Shape;1054;p20"/>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55" name="Google Shape;1055;p20"/>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56" name="Google Shape;1056;p20"/>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57" name="Google Shape;1057;p20"/>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58" name="Google Shape;1058;p20"/>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59" name="Google Shape;1059;p20"/>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60" name="Google Shape;1060;p20"/>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61" name="Google Shape;1061;p20"/>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62" name="Google Shape;1062;p20"/>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63" name="Google Shape;1063;p20"/>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64" name="Google Shape;1064;p20"/>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65" name="Google Shape;1065;p20"/>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66" name="Google Shape;1066;p20"/>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67" name="Google Shape;1067;p20"/>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68" name="Google Shape;1068;p20"/>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69" name="Google Shape;1069;p20"/>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70" name="Google Shape;1070;p20"/>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71" name="Google Shape;1071;p20"/>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72" name="Google Shape;1072;p20"/>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73" name="Google Shape;1073;p20"/>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74" name="Google Shape;1074;p20"/>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75" name="Google Shape;1075;p20"/>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76" name="Google Shape;1076;p20"/>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77" name="Google Shape;1077;p20"/>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78" name="Google Shape;1078;p20"/>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79" name="Google Shape;1079;p20"/>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80" name="Google Shape;1080;p20"/>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81" name="Google Shape;1081;p20"/>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82" name="Google Shape;1082;p20"/>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83" name="Google Shape;1083;p20"/>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84" name="Google Shape;1084;p20"/>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85" name="Google Shape;1085;p20"/>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86" name="Google Shape;1086;p20"/>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1087" name="Google Shape;1087;p20"/>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sp>
        <p:nvSpPr>
          <p:cNvPr id="1088" name="Google Shape;1088;p20"/>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89" name="Google Shape;1089;p20"/>
          <p:cNvSpPr txBox="1"/>
          <p:nvPr>
            <p:ph idx="1" type="body"/>
          </p:nvPr>
        </p:nvSpPr>
        <p:spPr>
          <a:xfrm>
            <a:off x="2919350" y="1423650"/>
            <a:ext cx="5986200" cy="2873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1090" name="Google Shape;1090;p20"/>
          <p:cNvSpPr txBox="1"/>
          <p:nvPr>
            <p:ph type="title"/>
          </p:nvPr>
        </p:nvSpPr>
        <p:spPr>
          <a:xfrm>
            <a:off x="221150" y="1423650"/>
            <a:ext cx="2510100" cy="2296200"/>
          </a:xfrm>
          <a:prstGeom prst="rect">
            <a:avLst/>
          </a:prstGeom>
        </p:spPr>
        <p:txBody>
          <a:bodyPr anchorCtr="0" anchor="t" bIns="91425" lIns="91425" spcFirstLastPara="1" rIns="91425" wrap="square" tIns="91425">
            <a:spAutoFit/>
          </a:bodyPr>
          <a:lstStyle>
            <a:lvl1pPr lvl="0">
              <a:spcBef>
                <a:spcPts val="0"/>
              </a:spcBef>
              <a:spcAft>
                <a:spcPts val="0"/>
              </a:spcAft>
              <a:buSzPts val="4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91" name="Google Shape;1091;p20"/>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with grid">
  <p:cSld name="CUSTOM_1_1_1_1_1_1_1_1_1_1_2_1_1_1_1_1_1_1_1">
    <p:spTree>
      <p:nvGrpSpPr>
        <p:cNvPr id="1092" name="Shape 1092"/>
        <p:cNvGrpSpPr/>
        <p:nvPr/>
      </p:nvGrpSpPr>
      <p:grpSpPr>
        <a:xfrm>
          <a:off x="0" y="0"/>
          <a:ext cx="0" cy="0"/>
          <a:chOff x="0" y="0"/>
          <a:chExt cx="0" cy="0"/>
        </a:xfrm>
      </p:grpSpPr>
      <p:grpSp>
        <p:nvGrpSpPr>
          <p:cNvPr id="1093" name="Google Shape;1093;p21"/>
          <p:cNvGrpSpPr/>
          <p:nvPr/>
        </p:nvGrpSpPr>
        <p:grpSpPr>
          <a:xfrm>
            <a:off x="-6096" y="-3429"/>
            <a:ext cx="9156192" cy="5150358"/>
            <a:chOff x="0" y="0"/>
            <a:chExt cx="12192000" cy="6858000"/>
          </a:xfrm>
        </p:grpSpPr>
        <p:sp>
          <p:nvSpPr>
            <p:cNvPr id="1094" name="Google Shape;1094;p21"/>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95" name="Google Shape;1095;p21"/>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96" name="Google Shape;1096;p21"/>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97" name="Google Shape;1097;p21"/>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98" name="Google Shape;1098;p21"/>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99" name="Google Shape;1099;p21"/>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00" name="Google Shape;1100;p21"/>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01" name="Google Shape;1101;p21"/>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02" name="Google Shape;1102;p21"/>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03" name="Google Shape;1103;p21"/>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04" name="Google Shape;1104;p21"/>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05" name="Google Shape;1105;p21"/>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06" name="Google Shape;1106;p21"/>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07" name="Google Shape;1107;p21"/>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08" name="Google Shape;1108;p21"/>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09" name="Google Shape;1109;p21"/>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10" name="Google Shape;1110;p21"/>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11" name="Google Shape;1111;p21"/>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12" name="Google Shape;1112;p21"/>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13" name="Google Shape;1113;p21"/>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14" name="Google Shape;1114;p21"/>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15" name="Google Shape;1115;p21"/>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16" name="Google Shape;1116;p21"/>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17" name="Google Shape;1117;p21"/>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18" name="Google Shape;1118;p21"/>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19" name="Google Shape;1119;p21"/>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20" name="Google Shape;1120;p21"/>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21" name="Google Shape;1121;p21"/>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22" name="Google Shape;1122;p21"/>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23" name="Google Shape;1123;p21"/>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24" name="Google Shape;1124;p21"/>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25" name="Google Shape;1125;p21"/>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26" name="Google Shape;1126;p21"/>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27" name="Google Shape;1127;p21"/>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28" name="Google Shape;1128;p21"/>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29" name="Google Shape;1129;p21"/>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30" name="Google Shape;1130;p21"/>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31" name="Google Shape;1131;p21"/>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32" name="Google Shape;1132;p21"/>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33" name="Google Shape;1133;p21"/>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34" name="Google Shape;1134;p21"/>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35" name="Google Shape;1135;p21"/>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36" name="Google Shape;1136;p21"/>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37" name="Google Shape;1137;p21"/>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38" name="Google Shape;1138;p21"/>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39" name="Google Shape;1139;p21"/>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40" name="Google Shape;1140;p21"/>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41" name="Google Shape;1141;p21"/>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42" name="Google Shape;1142;p21"/>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43" name="Google Shape;1143;p21"/>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44" name="Google Shape;1144;p21"/>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45" name="Google Shape;1145;p21"/>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46" name="Google Shape;1146;p21"/>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47" name="Google Shape;1147;p21"/>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48" name="Google Shape;1148;p21"/>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49" name="Google Shape;1149;p21"/>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50" name="Google Shape;1150;p21"/>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51" name="Google Shape;1151;p21"/>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52" name="Google Shape;1152;p21"/>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1153" name="Google Shape;1153;p21"/>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sp>
        <p:nvSpPr>
          <p:cNvPr id="1154" name="Google Shape;1154;p21"/>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55" name="Google Shape;1155;p21"/>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CUSTOM_1_1_1_1_1_1_1_1_1_1_2_1_1_1_1_1_1_1_1_1">
    <p:spTree>
      <p:nvGrpSpPr>
        <p:cNvPr id="1156" name="Shape 1156"/>
        <p:cNvGrpSpPr/>
        <p:nvPr/>
      </p:nvGrpSpPr>
      <p:grpSpPr>
        <a:xfrm>
          <a:off x="0" y="0"/>
          <a:ext cx="0" cy="0"/>
          <a:chOff x="0" y="0"/>
          <a:chExt cx="0" cy="0"/>
        </a:xfrm>
      </p:grpSpPr>
      <p:sp>
        <p:nvSpPr>
          <p:cNvPr id="1157" name="Google Shape;1157;p22"/>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sp>
        <p:nvSpPr>
          <p:cNvPr id="1158" name="Google Shape;1158;p22"/>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59" name="Google Shape;1159;p22"/>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CUSTOM_1_1_1_1_1_1_1_1_1_1_2_1_1_1_1_1_1_1_1_1_1">
    <p:spTree>
      <p:nvGrpSpPr>
        <p:cNvPr id="1160" name="Shape 1160"/>
        <p:cNvGrpSpPr/>
        <p:nvPr/>
      </p:nvGrpSpPr>
      <p:grpSpPr>
        <a:xfrm>
          <a:off x="0" y="0"/>
          <a:ext cx="0" cy="0"/>
          <a:chOff x="0" y="0"/>
          <a:chExt cx="0" cy="0"/>
        </a:xfrm>
      </p:grpSpPr>
      <p:sp>
        <p:nvSpPr>
          <p:cNvPr id="1161" name="Google Shape;1161;p23"/>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grpSp>
        <p:nvGrpSpPr>
          <p:cNvPr id="1162" name="Google Shape;1162;p23"/>
          <p:cNvGrpSpPr/>
          <p:nvPr/>
        </p:nvGrpSpPr>
        <p:grpSpPr>
          <a:xfrm>
            <a:off x="-6096" y="-3429"/>
            <a:ext cx="9156192" cy="5150358"/>
            <a:chOff x="0" y="0"/>
            <a:chExt cx="12192000" cy="6858000"/>
          </a:xfrm>
        </p:grpSpPr>
        <p:sp>
          <p:nvSpPr>
            <p:cNvPr id="1163" name="Google Shape;1163;p23"/>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64" name="Google Shape;1164;p23"/>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65" name="Google Shape;1165;p23"/>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66" name="Google Shape;1166;p23"/>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67" name="Google Shape;1167;p23"/>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68" name="Google Shape;1168;p23"/>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69" name="Google Shape;1169;p23"/>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70" name="Google Shape;1170;p23"/>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71" name="Google Shape;1171;p23"/>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72" name="Google Shape;1172;p23"/>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73" name="Google Shape;1173;p23"/>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74" name="Google Shape;1174;p23"/>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75" name="Google Shape;1175;p23"/>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76" name="Google Shape;1176;p23"/>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77" name="Google Shape;1177;p23"/>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78" name="Google Shape;1178;p23"/>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79" name="Google Shape;1179;p23"/>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80" name="Google Shape;1180;p23"/>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81" name="Google Shape;1181;p23"/>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82" name="Google Shape;1182;p23"/>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83" name="Google Shape;1183;p23"/>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84" name="Google Shape;1184;p23"/>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85" name="Google Shape;1185;p23"/>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86" name="Google Shape;1186;p23"/>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87" name="Google Shape;1187;p23"/>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88" name="Google Shape;1188;p23"/>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89" name="Google Shape;1189;p23"/>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90" name="Google Shape;1190;p23"/>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91" name="Google Shape;1191;p23"/>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92" name="Google Shape;1192;p23"/>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93" name="Google Shape;1193;p23"/>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94" name="Google Shape;1194;p23"/>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95" name="Google Shape;1195;p23"/>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96" name="Google Shape;1196;p23"/>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97" name="Google Shape;1197;p23"/>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98" name="Google Shape;1198;p23"/>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99" name="Google Shape;1199;p23"/>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00" name="Google Shape;1200;p23"/>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01" name="Google Shape;1201;p23"/>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02" name="Google Shape;1202;p23"/>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03" name="Google Shape;1203;p23"/>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04" name="Google Shape;1204;p23"/>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05" name="Google Shape;1205;p23"/>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06" name="Google Shape;1206;p23"/>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07" name="Google Shape;1207;p23"/>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08" name="Google Shape;1208;p23"/>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09" name="Google Shape;1209;p23"/>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10" name="Google Shape;1210;p23"/>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11" name="Google Shape;1211;p23"/>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12" name="Google Shape;1212;p23"/>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13" name="Google Shape;1213;p23"/>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14" name="Google Shape;1214;p23"/>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15" name="Google Shape;1215;p23"/>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16" name="Google Shape;1216;p23"/>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17" name="Google Shape;1217;p23"/>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18" name="Google Shape;1218;p23"/>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19" name="Google Shape;1219;p23"/>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20" name="Google Shape;1220;p23"/>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21" name="Google Shape;1221;p23"/>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1222" name="Google Shape;1222;p23"/>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23" name="Google Shape;1223;p23"/>
          <p:cNvSpPr txBox="1"/>
          <p:nvPr>
            <p:ph type="title"/>
          </p:nvPr>
        </p:nvSpPr>
        <p:spPr>
          <a:xfrm>
            <a:off x="208725" y="344175"/>
            <a:ext cx="6167700" cy="2005200"/>
          </a:xfrm>
          <a:prstGeom prst="rect">
            <a:avLst/>
          </a:prstGeom>
        </p:spPr>
        <p:txBody>
          <a:bodyPr anchorCtr="0" anchor="t" bIns="91425" lIns="91425" spcFirstLastPara="1" rIns="91425" wrap="square" tIns="91425">
            <a:spAutoFit/>
          </a:bodyPr>
          <a:lstStyle>
            <a:lvl1pPr lvl="0">
              <a:spcBef>
                <a:spcPts val="0"/>
              </a:spcBef>
              <a:spcAft>
                <a:spcPts val="0"/>
              </a:spcAft>
              <a:buSzPts val="6000"/>
              <a:buNone/>
              <a:defRPr sz="6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224" name="Google Shape;1224;p23"/>
          <p:cNvSpPr txBox="1"/>
          <p:nvPr>
            <p:ph idx="1" type="subTitle"/>
          </p:nvPr>
        </p:nvSpPr>
        <p:spPr>
          <a:xfrm>
            <a:off x="208725" y="2464950"/>
            <a:ext cx="2580900" cy="7200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25" name="Google Shape;1225;p23"/>
          <p:cNvSpPr txBox="1"/>
          <p:nvPr>
            <p:ph idx="2" type="subTitle"/>
          </p:nvPr>
        </p:nvSpPr>
        <p:spPr>
          <a:xfrm>
            <a:off x="3281550" y="2464950"/>
            <a:ext cx="2580900" cy="7200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26" name="Google Shape;1226;p23"/>
          <p:cNvSpPr txBox="1"/>
          <p:nvPr>
            <p:ph idx="3" type="subTitle"/>
          </p:nvPr>
        </p:nvSpPr>
        <p:spPr>
          <a:xfrm>
            <a:off x="6354375" y="2464950"/>
            <a:ext cx="2580900" cy="7200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27" name="Google Shape;1227;p23"/>
          <p:cNvSpPr txBox="1"/>
          <p:nvPr>
            <p:ph idx="4" type="subTitle"/>
          </p:nvPr>
        </p:nvSpPr>
        <p:spPr>
          <a:xfrm>
            <a:off x="208725" y="3659899"/>
            <a:ext cx="2580900" cy="7200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28" name="Google Shape;1228;p23"/>
          <p:cNvSpPr txBox="1"/>
          <p:nvPr>
            <p:ph idx="5" type="subTitle"/>
          </p:nvPr>
        </p:nvSpPr>
        <p:spPr>
          <a:xfrm>
            <a:off x="3281550" y="3659899"/>
            <a:ext cx="2580900" cy="7200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29" name="Google Shape;1229;p23"/>
          <p:cNvSpPr txBox="1"/>
          <p:nvPr>
            <p:ph idx="6" type="subTitle"/>
          </p:nvPr>
        </p:nvSpPr>
        <p:spPr>
          <a:xfrm>
            <a:off x="6354375" y="3659899"/>
            <a:ext cx="2580900" cy="7200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30" name="Google Shape;1230;p23"/>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CUSTOM_1_1_1_1_1_1_1_1_1_1_2_1_1_1_1_1_1_1_1_1_1_1">
    <p:spTree>
      <p:nvGrpSpPr>
        <p:cNvPr id="1231" name="Shape 1231"/>
        <p:cNvGrpSpPr/>
        <p:nvPr/>
      </p:nvGrpSpPr>
      <p:grpSpPr>
        <a:xfrm>
          <a:off x="0" y="0"/>
          <a:ext cx="0" cy="0"/>
          <a:chOff x="0" y="0"/>
          <a:chExt cx="0" cy="0"/>
        </a:xfrm>
      </p:grpSpPr>
      <p:sp>
        <p:nvSpPr>
          <p:cNvPr id="1232" name="Google Shape;1232;p24"/>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grpSp>
        <p:nvGrpSpPr>
          <p:cNvPr id="1233" name="Google Shape;1233;p24"/>
          <p:cNvGrpSpPr/>
          <p:nvPr/>
        </p:nvGrpSpPr>
        <p:grpSpPr>
          <a:xfrm>
            <a:off x="-6096" y="-3429"/>
            <a:ext cx="9156192" cy="5150358"/>
            <a:chOff x="0" y="0"/>
            <a:chExt cx="12192000" cy="6858000"/>
          </a:xfrm>
        </p:grpSpPr>
        <p:sp>
          <p:nvSpPr>
            <p:cNvPr id="1234" name="Google Shape;1234;p24"/>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35" name="Google Shape;1235;p24"/>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36" name="Google Shape;1236;p24"/>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37" name="Google Shape;1237;p24"/>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38" name="Google Shape;1238;p24"/>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39" name="Google Shape;1239;p24"/>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40" name="Google Shape;1240;p24"/>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41" name="Google Shape;1241;p24"/>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42" name="Google Shape;1242;p24"/>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43" name="Google Shape;1243;p24"/>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44" name="Google Shape;1244;p24"/>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45" name="Google Shape;1245;p24"/>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46" name="Google Shape;1246;p24"/>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47" name="Google Shape;1247;p24"/>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48" name="Google Shape;1248;p24"/>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49" name="Google Shape;1249;p24"/>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50" name="Google Shape;1250;p24"/>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51" name="Google Shape;1251;p24"/>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52" name="Google Shape;1252;p24"/>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53" name="Google Shape;1253;p24"/>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54" name="Google Shape;1254;p24"/>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55" name="Google Shape;1255;p24"/>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56" name="Google Shape;1256;p24"/>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57" name="Google Shape;1257;p24"/>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58" name="Google Shape;1258;p24"/>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59" name="Google Shape;1259;p24"/>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60" name="Google Shape;1260;p24"/>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61" name="Google Shape;1261;p24"/>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62" name="Google Shape;1262;p24"/>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63" name="Google Shape;1263;p24"/>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64" name="Google Shape;1264;p24"/>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65" name="Google Shape;1265;p24"/>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66" name="Google Shape;1266;p24"/>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67" name="Google Shape;1267;p24"/>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68" name="Google Shape;1268;p24"/>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69" name="Google Shape;1269;p24"/>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70" name="Google Shape;1270;p24"/>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71" name="Google Shape;1271;p24"/>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72" name="Google Shape;1272;p24"/>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73" name="Google Shape;1273;p24"/>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74" name="Google Shape;1274;p24"/>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75" name="Google Shape;1275;p24"/>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76" name="Google Shape;1276;p24"/>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77" name="Google Shape;1277;p24"/>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78" name="Google Shape;1278;p24"/>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79" name="Google Shape;1279;p24"/>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80" name="Google Shape;1280;p24"/>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81" name="Google Shape;1281;p24"/>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82" name="Google Shape;1282;p24"/>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83" name="Google Shape;1283;p24"/>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84" name="Google Shape;1284;p24"/>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85" name="Google Shape;1285;p24"/>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86" name="Google Shape;1286;p24"/>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87" name="Google Shape;1287;p24"/>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88" name="Google Shape;1288;p24"/>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89" name="Google Shape;1289;p24"/>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90" name="Google Shape;1290;p24"/>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91" name="Google Shape;1291;p24"/>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92" name="Google Shape;1292;p24"/>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1293" name="Google Shape;1293;p24"/>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94" name="Google Shape;1294;p24"/>
          <p:cNvSpPr txBox="1"/>
          <p:nvPr>
            <p:ph type="title"/>
          </p:nvPr>
        </p:nvSpPr>
        <p:spPr>
          <a:xfrm>
            <a:off x="208725" y="344175"/>
            <a:ext cx="6167700" cy="2005200"/>
          </a:xfrm>
          <a:prstGeom prst="rect">
            <a:avLst/>
          </a:prstGeom>
        </p:spPr>
        <p:txBody>
          <a:bodyPr anchorCtr="0" anchor="t" bIns="91425" lIns="91425" spcFirstLastPara="1" rIns="91425" wrap="square" tIns="91425">
            <a:spAutoFit/>
          </a:bodyPr>
          <a:lstStyle>
            <a:lvl1pPr lvl="0">
              <a:spcBef>
                <a:spcPts val="0"/>
              </a:spcBef>
              <a:spcAft>
                <a:spcPts val="0"/>
              </a:spcAft>
              <a:buSzPts val="6000"/>
              <a:buNone/>
              <a:defRPr sz="6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295" name="Google Shape;1295;p24"/>
          <p:cNvSpPr txBox="1"/>
          <p:nvPr>
            <p:ph idx="1" type="body"/>
          </p:nvPr>
        </p:nvSpPr>
        <p:spPr>
          <a:xfrm>
            <a:off x="208725" y="2304400"/>
            <a:ext cx="3352800" cy="1913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1296" name="Google Shape;1296;p24"/>
          <p:cNvSpPr/>
          <p:nvPr>
            <p:ph idx="2" type="pic"/>
          </p:nvPr>
        </p:nvSpPr>
        <p:spPr>
          <a:xfrm>
            <a:off x="3769050" y="2304400"/>
            <a:ext cx="5156700" cy="2568600"/>
          </a:xfrm>
          <a:prstGeom prst="roundRect">
            <a:avLst>
              <a:gd fmla="val 4123" name="adj"/>
            </a:avLst>
          </a:prstGeom>
          <a:noFill/>
          <a:ln>
            <a:noFill/>
          </a:ln>
        </p:spPr>
      </p:sp>
      <p:sp>
        <p:nvSpPr>
          <p:cNvPr id="1297" name="Google Shape;1297;p24"/>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CUSTOM_1_1_1_1_1_1_1_1_1_1_2_1_1_1_1_1_1_1_1_1_1_1_1">
    <p:spTree>
      <p:nvGrpSpPr>
        <p:cNvPr id="1298" name="Shape 1298"/>
        <p:cNvGrpSpPr/>
        <p:nvPr/>
      </p:nvGrpSpPr>
      <p:grpSpPr>
        <a:xfrm>
          <a:off x="0" y="0"/>
          <a:ext cx="0" cy="0"/>
          <a:chOff x="0" y="0"/>
          <a:chExt cx="0" cy="0"/>
        </a:xfrm>
      </p:grpSpPr>
      <p:sp>
        <p:nvSpPr>
          <p:cNvPr id="1299" name="Google Shape;1299;p25"/>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grpSp>
        <p:nvGrpSpPr>
          <p:cNvPr id="1300" name="Google Shape;1300;p25"/>
          <p:cNvGrpSpPr/>
          <p:nvPr/>
        </p:nvGrpSpPr>
        <p:grpSpPr>
          <a:xfrm>
            <a:off x="-6096" y="-3429"/>
            <a:ext cx="9156192" cy="5150358"/>
            <a:chOff x="0" y="0"/>
            <a:chExt cx="12192000" cy="6858000"/>
          </a:xfrm>
        </p:grpSpPr>
        <p:sp>
          <p:nvSpPr>
            <p:cNvPr id="1301" name="Google Shape;1301;p25"/>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02" name="Google Shape;1302;p25"/>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03" name="Google Shape;1303;p25"/>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04" name="Google Shape;1304;p25"/>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05" name="Google Shape;1305;p25"/>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06" name="Google Shape;1306;p25"/>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07" name="Google Shape;1307;p25"/>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08" name="Google Shape;1308;p25"/>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09" name="Google Shape;1309;p25"/>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10" name="Google Shape;1310;p25"/>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11" name="Google Shape;1311;p25"/>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12" name="Google Shape;1312;p25"/>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13" name="Google Shape;1313;p25"/>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14" name="Google Shape;1314;p25"/>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15" name="Google Shape;1315;p25"/>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16" name="Google Shape;1316;p25"/>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17" name="Google Shape;1317;p25"/>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18" name="Google Shape;1318;p25"/>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19" name="Google Shape;1319;p25"/>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20" name="Google Shape;1320;p25"/>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21" name="Google Shape;1321;p25"/>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22" name="Google Shape;1322;p25"/>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23" name="Google Shape;1323;p25"/>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24" name="Google Shape;1324;p25"/>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25" name="Google Shape;1325;p25"/>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26" name="Google Shape;1326;p25"/>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27" name="Google Shape;1327;p25"/>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28" name="Google Shape;1328;p25"/>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29" name="Google Shape;1329;p25"/>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30" name="Google Shape;1330;p25"/>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31" name="Google Shape;1331;p25"/>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32" name="Google Shape;1332;p25"/>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33" name="Google Shape;1333;p25"/>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34" name="Google Shape;1334;p25"/>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35" name="Google Shape;1335;p25"/>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36" name="Google Shape;1336;p25"/>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37" name="Google Shape;1337;p25"/>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38" name="Google Shape;1338;p25"/>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39" name="Google Shape;1339;p25"/>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40" name="Google Shape;1340;p25"/>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41" name="Google Shape;1341;p25"/>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42" name="Google Shape;1342;p25"/>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43" name="Google Shape;1343;p25"/>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44" name="Google Shape;1344;p25"/>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45" name="Google Shape;1345;p25"/>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46" name="Google Shape;1346;p25"/>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47" name="Google Shape;1347;p25"/>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48" name="Google Shape;1348;p25"/>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49" name="Google Shape;1349;p25"/>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50" name="Google Shape;1350;p25"/>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51" name="Google Shape;1351;p25"/>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52" name="Google Shape;1352;p25"/>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53" name="Google Shape;1353;p25"/>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54" name="Google Shape;1354;p25"/>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55" name="Google Shape;1355;p25"/>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56" name="Google Shape;1356;p25"/>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57" name="Google Shape;1357;p25"/>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58" name="Google Shape;1358;p25"/>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59" name="Google Shape;1359;p25"/>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1360" name="Google Shape;1360;p25"/>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61" name="Google Shape;1361;p25"/>
          <p:cNvSpPr txBox="1"/>
          <p:nvPr>
            <p:ph type="title"/>
          </p:nvPr>
        </p:nvSpPr>
        <p:spPr>
          <a:xfrm>
            <a:off x="208725" y="344175"/>
            <a:ext cx="6167700" cy="2005200"/>
          </a:xfrm>
          <a:prstGeom prst="rect">
            <a:avLst/>
          </a:prstGeom>
        </p:spPr>
        <p:txBody>
          <a:bodyPr anchorCtr="0" anchor="t" bIns="91425" lIns="91425" spcFirstLastPara="1" rIns="91425" wrap="square" tIns="91425">
            <a:spAutoFit/>
          </a:bodyPr>
          <a:lstStyle>
            <a:lvl1pPr lvl="0">
              <a:spcBef>
                <a:spcPts val="0"/>
              </a:spcBef>
              <a:spcAft>
                <a:spcPts val="0"/>
              </a:spcAft>
              <a:buSzPts val="6000"/>
              <a:buNone/>
              <a:defRPr sz="6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62" name="Google Shape;1362;p25"/>
          <p:cNvSpPr txBox="1"/>
          <p:nvPr>
            <p:ph idx="1" type="body"/>
          </p:nvPr>
        </p:nvSpPr>
        <p:spPr>
          <a:xfrm>
            <a:off x="1173600" y="2751950"/>
            <a:ext cx="3054300" cy="1913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1363" name="Google Shape;1363;p25"/>
          <p:cNvSpPr txBox="1"/>
          <p:nvPr>
            <p:ph idx="2" type="subTitle"/>
          </p:nvPr>
        </p:nvSpPr>
        <p:spPr>
          <a:xfrm>
            <a:off x="1173600" y="2160100"/>
            <a:ext cx="3054300" cy="5229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64" name="Google Shape;1364;p25"/>
          <p:cNvSpPr txBox="1"/>
          <p:nvPr>
            <p:ph idx="3" type="body"/>
          </p:nvPr>
        </p:nvSpPr>
        <p:spPr>
          <a:xfrm>
            <a:off x="4916100" y="2751950"/>
            <a:ext cx="3054300" cy="1913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1365" name="Google Shape;1365;p25"/>
          <p:cNvSpPr txBox="1"/>
          <p:nvPr>
            <p:ph idx="4" type="subTitle"/>
          </p:nvPr>
        </p:nvSpPr>
        <p:spPr>
          <a:xfrm>
            <a:off x="4916100" y="2160100"/>
            <a:ext cx="3054300" cy="5229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66" name="Google Shape;1366;p25"/>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CUSTOM_1_1_1_1_1_1_1_1_1_1_2_1_1_1_1_1_1_1_1_1_1_1_1_1">
    <p:spTree>
      <p:nvGrpSpPr>
        <p:cNvPr id="1367" name="Shape 1367"/>
        <p:cNvGrpSpPr/>
        <p:nvPr/>
      </p:nvGrpSpPr>
      <p:grpSpPr>
        <a:xfrm>
          <a:off x="0" y="0"/>
          <a:ext cx="0" cy="0"/>
          <a:chOff x="0" y="0"/>
          <a:chExt cx="0" cy="0"/>
        </a:xfrm>
      </p:grpSpPr>
      <p:sp>
        <p:nvSpPr>
          <p:cNvPr id="1368" name="Google Shape;1368;p26"/>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grpSp>
        <p:nvGrpSpPr>
          <p:cNvPr id="1369" name="Google Shape;1369;p26"/>
          <p:cNvGrpSpPr/>
          <p:nvPr/>
        </p:nvGrpSpPr>
        <p:grpSpPr>
          <a:xfrm>
            <a:off x="-6096" y="-3429"/>
            <a:ext cx="9156192" cy="5150358"/>
            <a:chOff x="0" y="0"/>
            <a:chExt cx="12192000" cy="6858000"/>
          </a:xfrm>
        </p:grpSpPr>
        <p:sp>
          <p:nvSpPr>
            <p:cNvPr id="1370" name="Google Shape;1370;p26"/>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71" name="Google Shape;1371;p26"/>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72" name="Google Shape;1372;p26"/>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73" name="Google Shape;1373;p26"/>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74" name="Google Shape;1374;p26"/>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75" name="Google Shape;1375;p26"/>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76" name="Google Shape;1376;p26"/>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77" name="Google Shape;1377;p26"/>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78" name="Google Shape;1378;p26"/>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79" name="Google Shape;1379;p26"/>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80" name="Google Shape;1380;p26"/>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81" name="Google Shape;1381;p26"/>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82" name="Google Shape;1382;p26"/>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83" name="Google Shape;1383;p26"/>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84" name="Google Shape;1384;p26"/>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85" name="Google Shape;1385;p26"/>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86" name="Google Shape;1386;p26"/>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87" name="Google Shape;1387;p26"/>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88" name="Google Shape;1388;p26"/>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89" name="Google Shape;1389;p26"/>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90" name="Google Shape;1390;p26"/>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91" name="Google Shape;1391;p26"/>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92" name="Google Shape;1392;p26"/>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93" name="Google Shape;1393;p26"/>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94" name="Google Shape;1394;p26"/>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95" name="Google Shape;1395;p26"/>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96" name="Google Shape;1396;p26"/>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97" name="Google Shape;1397;p26"/>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98" name="Google Shape;1398;p26"/>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99" name="Google Shape;1399;p26"/>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00" name="Google Shape;1400;p26"/>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01" name="Google Shape;1401;p26"/>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02" name="Google Shape;1402;p26"/>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03" name="Google Shape;1403;p26"/>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04" name="Google Shape;1404;p26"/>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05" name="Google Shape;1405;p26"/>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06" name="Google Shape;1406;p26"/>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07" name="Google Shape;1407;p26"/>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08" name="Google Shape;1408;p26"/>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09" name="Google Shape;1409;p26"/>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10" name="Google Shape;1410;p26"/>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11" name="Google Shape;1411;p26"/>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12" name="Google Shape;1412;p26"/>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13" name="Google Shape;1413;p26"/>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14" name="Google Shape;1414;p26"/>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15" name="Google Shape;1415;p26"/>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16" name="Google Shape;1416;p26"/>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17" name="Google Shape;1417;p26"/>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18" name="Google Shape;1418;p26"/>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19" name="Google Shape;1419;p26"/>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20" name="Google Shape;1420;p26"/>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21" name="Google Shape;1421;p26"/>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22" name="Google Shape;1422;p26"/>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23" name="Google Shape;1423;p26"/>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24" name="Google Shape;1424;p26"/>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25" name="Google Shape;1425;p26"/>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26" name="Google Shape;1426;p26"/>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27" name="Google Shape;1427;p26"/>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28" name="Google Shape;1428;p26"/>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1429" name="Google Shape;1429;p26"/>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30" name="Google Shape;1430;p26"/>
          <p:cNvSpPr txBox="1"/>
          <p:nvPr>
            <p:ph type="title"/>
          </p:nvPr>
        </p:nvSpPr>
        <p:spPr>
          <a:xfrm>
            <a:off x="208725" y="344175"/>
            <a:ext cx="6167700" cy="2005200"/>
          </a:xfrm>
          <a:prstGeom prst="rect">
            <a:avLst/>
          </a:prstGeom>
        </p:spPr>
        <p:txBody>
          <a:bodyPr anchorCtr="0" anchor="t" bIns="91425" lIns="91425" spcFirstLastPara="1" rIns="91425" wrap="square" tIns="91425">
            <a:spAutoFit/>
          </a:bodyPr>
          <a:lstStyle>
            <a:lvl1pPr lvl="0">
              <a:spcBef>
                <a:spcPts val="0"/>
              </a:spcBef>
              <a:spcAft>
                <a:spcPts val="0"/>
              </a:spcAft>
              <a:buSzPts val="6000"/>
              <a:buNone/>
              <a:defRPr sz="6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431" name="Google Shape;1431;p26"/>
          <p:cNvSpPr txBox="1"/>
          <p:nvPr>
            <p:ph idx="1" type="body"/>
          </p:nvPr>
        </p:nvSpPr>
        <p:spPr>
          <a:xfrm>
            <a:off x="208725" y="2751950"/>
            <a:ext cx="2531100" cy="1913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1432" name="Google Shape;1432;p26"/>
          <p:cNvSpPr txBox="1"/>
          <p:nvPr>
            <p:ph idx="2" type="subTitle"/>
          </p:nvPr>
        </p:nvSpPr>
        <p:spPr>
          <a:xfrm>
            <a:off x="208725" y="2160100"/>
            <a:ext cx="2531100" cy="5229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33" name="Google Shape;1433;p26"/>
          <p:cNvSpPr txBox="1"/>
          <p:nvPr>
            <p:ph idx="3" type="body"/>
          </p:nvPr>
        </p:nvSpPr>
        <p:spPr>
          <a:xfrm>
            <a:off x="3310098" y="2751950"/>
            <a:ext cx="2531100" cy="1913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1434" name="Google Shape;1434;p26"/>
          <p:cNvSpPr txBox="1"/>
          <p:nvPr>
            <p:ph idx="4" type="subTitle"/>
          </p:nvPr>
        </p:nvSpPr>
        <p:spPr>
          <a:xfrm>
            <a:off x="3310098" y="2160100"/>
            <a:ext cx="2531100" cy="5229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35" name="Google Shape;1435;p26"/>
          <p:cNvSpPr txBox="1"/>
          <p:nvPr>
            <p:ph idx="5" type="body"/>
          </p:nvPr>
        </p:nvSpPr>
        <p:spPr>
          <a:xfrm>
            <a:off x="6411471" y="2751950"/>
            <a:ext cx="2531100" cy="1913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1436" name="Google Shape;1436;p26"/>
          <p:cNvSpPr txBox="1"/>
          <p:nvPr>
            <p:ph idx="6" type="subTitle"/>
          </p:nvPr>
        </p:nvSpPr>
        <p:spPr>
          <a:xfrm>
            <a:off x="6411471" y="2160100"/>
            <a:ext cx="2531100" cy="5229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37" name="Google Shape;1437;p26"/>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p:cSld name="CUSTOM_1_1_1_1_1_1_1_1_1_1_2_1_1_1_1_1_1_1_1_1_1_1_1_1_1">
    <p:spTree>
      <p:nvGrpSpPr>
        <p:cNvPr id="1438" name="Shape 1438"/>
        <p:cNvGrpSpPr/>
        <p:nvPr/>
      </p:nvGrpSpPr>
      <p:grpSpPr>
        <a:xfrm>
          <a:off x="0" y="0"/>
          <a:ext cx="0" cy="0"/>
          <a:chOff x="0" y="0"/>
          <a:chExt cx="0" cy="0"/>
        </a:xfrm>
      </p:grpSpPr>
      <p:sp>
        <p:nvSpPr>
          <p:cNvPr id="1439" name="Google Shape;1439;p27"/>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grpSp>
        <p:nvGrpSpPr>
          <p:cNvPr id="1440" name="Google Shape;1440;p27"/>
          <p:cNvGrpSpPr/>
          <p:nvPr/>
        </p:nvGrpSpPr>
        <p:grpSpPr>
          <a:xfrm>
            <a:off x="-6096" y="-3429"/>
            <a:ext cx="9156192" cy="5150358"/>
            <a:chOff x="0" y="0"/>
            <a:chExt cx="12192000" cy="6858000"/>
          </a:xfrm>
        </p:grpSpPr>
        <p:sp>
          <p:nvSpPr>
            <p:cNvPr id="1441" name="Google Shape;1441;p27"/>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42" name="Google Shape;1442;p27"/>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43" name="Google Shape;1443;p27"/>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44" name="Google Shape;1444;p27"/>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45" name="Google Shape;1445;p27"/>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46" name="Google Shape;1446;p27"/>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47" name="Google Shape;1447;p27"/>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48" name="Google Shape;1448;p27"/>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49" name="Google Shape;1449;p27"/>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50" name="Google Shape;1450;p27"/>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51" name="Google Shape;1451;p27"/>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52" name="Google Shape;1452;p27"/>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53" name="Google Shape;1453;p27"/>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54" name="Google Shape;1454;p27"/>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55" name="Google Shape;1455;p27"/>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56" name="Google Shape;1456;p27"/>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57" name="Google Shape;1457;p27"/>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58" name="Google Shape;1458;p27"/>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59" name="Google Shape;1459;p27"/>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60" name="Google Shape;1460;p27"/>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61" name="Google Shape;1461;p27"/>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62" name="Google Shape;1462;p27"/>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63" name="Google Shape;1463;p27"/>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64" name="Google Shape;1464;p27"/>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65" name="Google Shape;1465;p27"/>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66" name="Google Shape;1466;p27"/>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67" name="Google Shape;1467;p27"/>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68" name="Google Shape;1468;p27"/>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69" name="Google Shape;1469;p27"/>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70" name="Google Shape;1470;p27"/>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71" name="Google Shape;1471;p27"/>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72" name="Google Shape;1472;p27"/>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73" name="Google Shape;1473;p27"/>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74" name="Google Shape;1474;p27"/>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75" name="Google Shape;1475;p27"/>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76" name="Google Shape;1476;p27"/>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77" name="Google Shape;1477;p27"/>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78" name="Google Shape;1478;p27"/>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79" name="Google Shape;1479;p27"/>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80" name="Google Shape;1480;p27"/>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81" name="Google Shape;1481;p27"/>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82" name="Google Shape;1482;p27"/>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83" name="Google Shape;1483;p27"/>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84" name="Google Shape;1484;p27"/>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85" name="Google Shape;1485;p27"/>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86" name="Google Shape;1486;p27"/>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87" name="Google Shape;1487;p27"/>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88" name="Google Shape;1488;p27"/>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89" name="Google Shape;1489;p27"/>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90" name="Google Shape;1490;p27"/>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91" name="Google Shape;1491;p27"/>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92" name="Google Shape;1492;p27"/>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93" name="Google Shape;1493;p27"/>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94" name="Google Shape;1494;p27"/>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95" name="Google Shape;1495;p27"/>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96" name="Google Shape;1496;p27"/>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97" name="Google Shape;1497;p27"/>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98" name="Google Shape;1498;p27"/>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99" name="Google Shape;1499;p27"/>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1500" name="Google Shape;1500;p27"/>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01" name="Google Shape;1501;p27"/>
          <p:cNvSpPr txBox="1"/>
          <p:nvPr>
            <p:ph type="title"/>
          </p:nvPr>
        </p:nvSpPr>
        <p:spPr>
          <a:xfrm>
            <a:off x="208725" y="344175"/>
            <a:ext cx="6167700" cy="2005200"/>
          </a:xfrm>
          <a:prstGeom prst="rect">
            <a:avLst/>
          </a:prstGeom>
        </p:spPr>
        <p:txBody>
          <a:bodyPr anchorCtr="0" anchor="t" bIns="91425" lIns="91425" spcFirstLastPara="1" rIns="91425" wrap="square" tIns="91425">
            <a:spAutoFit/>
          </a:bodyPr>
          <a:lstStyle>
            <a:lvl1pPr lvl="0">
              <a:spcBef>
                <a:spcPts val="0"/>
              </a:spcBef>
              <a:spcAft>
                <a:spcPts val="0"/>
              </a:spcAft>
              <a:buSzPts val="6000"/>
              <a:buNone/>
              <a:defRPr sz="6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502" name="Google Shape;1502;p27"/>
          <p:cNvSpPr txBox="1"/>
          <p:nvPr>
            <p:ph idx="1" type="body"/>
          </p:nvPr>
        </p:nvSpPr>
        <p:spPr>
          <a:xfrm>
            <a:off x="208725" y="2751950"/>
            <a:ext cx="1870500" cy="1913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1503" name="Google Shape;1503;p27"/>
          <p:cNvSpPr txBox="1"/>
          <p:nvPr>
            <p:ph idx="2" type="subTitle"/>
          </p:nvPr>
        </p:nvSpPr>
        <p:spPr>
          <a:xfrm>
            <a:off x="208725" y="2160100"/>
            <a:ext cx="1870500" cy="5229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04" name="Google Shape;1504;p27"/>
          <p:cNvSpPr txBox="1"/>
          <p:nvPr>
            <p:ph idx="3" type="body"/>
          </p:nvPr>
        </p:nvSpPr>
        <p:spPr>
          <a:xfrm>
            <a:off x="2500573" y="2751950"/>
            <a:ext cx="1870500" cy="1913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1505" name="Google Shape;1505;p27"/>
          <p:cNvSpPr txBox="1"/>
          <p:nvPr>
            <p:ph idx="4" type="subTitle"/>
          </p:nvPr>
        </p:nvSpPr>
        <p:spPr>
          <a:xfrm>
            <a:off x="2500573" y="2160100"/>
            <a:ext cx="1870500" cy="5229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06" name="Google Shape;1506;p27"/>
          <p:cNvSpPr txBox="1"/>
          <p:nvPr>
            <p:ph idx="5" type="body"/>
          </p:nvPr>
        </p:nvSpPr>
        <p:spPr>
          <a:xfrm>
            <a:off x="4792421" y="2751950"/>
            <a:ext cx="1870500" cy="1913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1507" name="Google Shape;1507;p27"/>
          <p:cNvSpPr txBox="1"/>
          <p:nvPr>
            <p:ph idx="6" type="subTitle"/>
          </p:nvPr>
        </p:nvSpPr>
        <p:spPr>
          <a:xfrm>
            <a:off x="4792421" y="2160100"/>
            <a:ext cx="1870500" cy="5229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08" name="Google Shape;1508;p27"/>
          <p:cNvSpPr txBox="1"/>
          <p:nvPr>
            <p:ph idx="7" type="body"/>
          </p:nvPr>
        </p:nvSpPr>
        <p:spPr>
          <a:xfrm>
            <a:off x="7084271" y="2751950"/>
            <a:ext cx="1870500" cy="1913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1509" name="Google Shape;1509;p27"/>
          <p:cNvSpPr txBox="1"/>
          <p:nvPr>
            <p:ph idx="8" type="subTitle"/>
          </p:nvPr>
        </p:nvSpPr>
        <p:spPr>
          <a:xfrm>
            <a:off x="7084271" y="2160100"/>
            <a:ext cx="1870500" cy="5229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10" name="Google Shape;1510;p27"/>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CUSTOM_1_1_1_1_1_1_1_1_1_1_2_1_1_1_1_1_1_1_1_1_1_1_1_1_1_1">
    <p:spTree>
      <p:nvGrpSpPr>
        <p:cNvPr id="1511" name="Shape 1511"/>
        <p:cNvGrpSpPr/>
        <p:nvPr/>
      </p:nvGrpSpPr>
      <p:grpSpPr>
        <a:xfrm>
          <a:off x="0" y="0"/>
          <a:ext cx="0" cy="0"/>
          <a:chOff x="0" y="0"/>
          <a:chExt cx="0" cy="0"/>
        </a:xfrm>
      </p:grpSpPr>
      <p:sp>
        <p:nvSpPr>
          <p:cNvPr id="1512" name="Google Shape;1512;p28"/>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grpSp>
        <p:nvGrpSpPr>
          <p:cNvPr id="1513" name="Google Shape;1513;p28"/>
          <p:cNvGrpSpPr/>
          <p:nvPr/>
        </p:nvGrpSpPr>
        <p:grpSpPr>
          <a:xfrm>
            <a:off x="-6096" y="-3429"/>
            <a:ext cx="9156192" cy="5150358"/>
            <a:chOff x="0" y="0"/>
            <a:chExt cx="12192000" cy="6858000"/>
          </a:xfrm>
        </p:grpSpPr>
        <p:sp>
          <p:nvSpPr>
            <p:cNvPr id="1514" name="Google Shape;1514;p28"/>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15" name="Google Shape;1515;p28"/>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16" name="Google Shape;1516;p28"/>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17" name="Google Shape;1517;p28"/>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18" name="Google Shape;1518;p28"/>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19" name="Google Shape;1519;p28"/>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20" name="Google Shape;1520;p28"/>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21" name="Google Shape;1521;p28"/>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22" name="Google Shape;1522;p28"/>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23" name="Google Shape;1523;p28"/>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24" name="Google Shape;1524;p28"/>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25" name="Google Shape;1525;p28"/>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26" name="Google Shape;1526;p28"/>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27" name="Google Shape;1527;p28"/>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28" name="Google Shape;1528;p28"/>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29" name="Google Shape;1529;p28"/>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30" name="Google Shape;1530;p28"/>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31" name="Google Shape;1531;p28"/>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32" name="Google Shape;1532;p28"/>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33" name="Google Shape;1533;p28"/>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34" name="Google Shape;1534;p28"/>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35" name="Google Shape;1535;p28"/>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36" name="Google Shape;1536;p28"/>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37" name="Google Shape;1537;p28"/>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38" name="Google Shape;1538;p28"/>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39" name="Google Shape;1539;p28"/>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40" name="Google Shape;1540;p28"/>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41" name="Google Shape;1541;p28"/>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42" name="Google Shape;1542;p28"/>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43" name="Google Shape;1543;p28"/>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44" name="Google Shape;1544;p28"/>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45" name="Google Shape;1545;p28"/>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46" name="Google Shape;1546;p28"/>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47" name="Google Shape;1547;p28"/>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48" name="Google Shape;1548;p28"/>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49" name="Google Shape;1549;p28"/>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50" name="Google Shape;1550;p28"/>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51" name="Google Shape;1551;p28"/>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52" name="Google Shape;1552;p28"/>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53" name="Google Shape;1553;p28"/>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54" name="Google Shape;1554;p28"/>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55" name="Google Shape;1555;p28"/>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56" name="Google Shape;1556;p28"/>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57" name="Google Shape;1557;p28"/>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58" name="Google Shape;1558;p28"/>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59" name="Google Shape;1559;p28"/>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60" name="Google Shape;1560;p28"/>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61" name="Google Shape;1561;p28"/>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62" name="Google Shape;1562;p28"/>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63" name="Google Shape;1563;p28"/>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64" name="Google Shape;1564;p28"/>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65" name="Google Shape;1565;p28"/>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66" name="Google Shape;1566;p28"/>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67" name="Google Shape;1567;p28"/>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68" name="Google Shape;1568;p28"/>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69" name="Google Shape;1569;p28"/>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70" name="Google Shape;1570;p28"/>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71" name="Google Shape;1571;p28"/>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72" name="Google Shape;1572;p28"/>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1573" name="Google Shape;1573;p28"/>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74" name="Google Shape;1574;p28"/>
          <p:cNvSpPr txBox="1"/>
          <p:nvPr>
            <p:ph type="title"/>
          </p:nvPr>
        </p:nvSpPr>
        <p:spPr>
          <a:xfrm>
            <a:off x="208725" y="344175"/>
            <a:ext cx="6167700" cy="2005200"/>
          </a:xfrm>
          <a:prstGeom prst="rect">
            <a:avLst/>
          </a:prstGeom>
        </p:spPr>
        <p:txBody>
          <a:bodyPr anchorCtr="0" anchor="t" bIns="91425" lIns="91425" spcFirstLastPara="1" rIns="91425" wrap="square" tIns="91425">
            <a:spAutoFit/>
          </a:bodyPr>
          <a:lstStyle>
            <a:lvl1pPr lvl="0">
              <a:spcBef>
                <a:spcPts val="0"/>
              </a:spcBef>
              <a:spcAft>
                <a:spcPts val="0"/>
              </a:spcAft>
              <a:buSzPts val="6000"/>
              <a:buNone/>
              <a:defRPr sz="6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575" name="Google Shape;1575;p28"/>
          <p:cNvSpPr/>
          <p:nvPr>
            <p:ph idx="2" type="pic"/>
          </p:nvPr>
        </p:nvSpPr>
        <p:spPr>
          <a:xfrm>
            <a:off x="213450" y="2022825"/>
            <a:ext cx="8717100" cy="2837700"/>
          </a:xfrm>
          <a:prstGeom prst="roundRect">
            <a:avLst>
              <a:gd fmla="val 4123" name="adj"/>
            </a:avLst>
          </a:prstGeom>
          <a:noFill/>
          <a:ln>
            <a:noFill/>
          </a:ln>
        </p:spPr>
      </p:sp>
      <p:sp>
        <p:nvSpPr>
          <p:cNvPr id="1576" name="Google Shape;1576;p28"/>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CUSTOM_1_1_1_1_1_1_1_1_1_1_2_1_1_1_1_1_1_1_1_1_1_1_1_1_1_1_1">
    <p:spTree>
      <p:nvGrpSpPr>
        <p:cNvPr id="1577" name="Shape 1577"/>
        <p:cNvGrpSpPr/>
        <p:nvPr/>
      </p:nvGrpSpPr>
      <p:grpSpPr>
        <a:xfrm>
          <a:off x="0" y="0"/>
          <a:ext cx="0" cy="0"/>
          <a:chOff x="0" y="0"/>
          <a:chExt cx="0" cy="0"/>
        </a:xfrm>
      </p:grpSpPr>
      <p:sp>
        <p:nvSpPr>
          <p:cNvPr id="1578" name="Google Shape;1578;p29"/>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grpSp>
        <p:nvGrpSpPr>
          <p:cNvPr id="1579" name="Google Shape;1579;p29"/>
          <p:cNvGrpSpPr/>
          <p:nvPr/>
        </p:nvGrpSpPr>
        <p:grpSpPr>
          <a:xfrm>
            <a:off x="-6096" y="-3429"/>
            <a:ext cx="9156192" cy="5150358"/>
            <a:chOff x="0" y="0"/>
            <a:chExt cx="12192000" cy="6858000"/>
          </a:xfrm>
        </p:grpSpPr>
        <p:sp>
          <p:nvSpPr>
            <p:cNvPr id="1580" name="Google Shape;1580;p29"/>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81" name="Google Shape;1581;p29"/>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82" name="Google Shape;1582;p29"/>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83" name="Google Shape;1583;p29"/>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84" name="Google Shape;1584;p29"/>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85" name="Google Shape;1585;p29"/>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86" name="Google Shape;1586;p29"/>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87" name="Google Shape;1587;p29"/>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88" name="Google Shape;1588;p29"/>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89" name="Google Shape;1589;p29"/>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90" name="Google Shape;1590;p29"/>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91" name="Google Shape;1591;p29"/>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92" name="Google Shape;1592;p29"/>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93" name="Google Shape;1593;p29"/>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94" name="Google Shape;1594;p29"/>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95" name="Google Shape;1595;p29"/>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96" name="Google Shape;1596;p29"/>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97" name="Google Shape;1597;p29"/>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98" name="Google Shape;1598;p29"/>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99" name="Google Shape;1599;p29"/>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00" name="Google Shape;1600;p29"/>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01" name="Google Shape;1601;p29"/>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02" name="Google Shape;1602;p29"/>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03" name="Google Shape;1603;p29"/>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04" name="Google Shape;1604;p29"/>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05" name="Google Shape;1605;p29"/>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06" name="Google Shape;1606;p29"/>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07" name="Google Shape;1607;p29"/>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08" name="Google Shape;1608;p29"/>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09" name="Google Shape;1609;p29"/>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10" name="Google Shape;1610;p29"/>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11" name="Google Shape;1611;p29"/>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12" name="Google Shape;1612;p29"/>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13" name="Google Shape;1613;p29"/>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14" name="Google Shape;1614;p29"/>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15" name="Google Shape;1615;p29"/>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16" name="Google Shape;1616;p29"/>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17" name="Google Shape;1617;p29"/>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18" name="Google Shape;1618;p29"/>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19" name="Google Shape;1619;p29"/>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20" name="Google Shape;1620;p29"/>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21" name="Google Shape;1621;p29"/>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22" name="Google Shape;1622;p29"/>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23" name="Google Shape;1623;p29"/>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24" name="Google Shape;1624;p29"/>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25" name="Google Shape;1625;p29"/>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26" name="Google Shape;1626;p29"/>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27" name="Google Shape;1627;p29"/>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28" name="Google Shape;1628;p29"/>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29" name="Google Shape;1629;p29"/>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30" name="Google Shape;1630;p29"/>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31" name="Google Shape;1631;p29"/>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32" name="Google Shape;1632;p29"/>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33" name="Google Shape;1633;p29"/>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34" name="Google Shape;1634;p29"/>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35" name="Google Shape;1635;p29"/>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36" name="Google Shape;1636;p29"/>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37" name="Google Shape;1637;p29"/>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38" name="Google Shape;1638;p29"/>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1639" name="Google Shape;1639;p29"/>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40" name="Google Shape;1640;p29"/>
          <p:cNvSpPr txBox="1"/>
          <p:nvPr>
            <p:ph type="title"/>
          </p:nvPr>
        </p:nvSpPr>
        <p:spPr>
          <a:xfrm>
            <a:off x="208725" y="344175"/>
            <a:ext cx="6167700" cy="2005200"/>
          </a:xfrm>
          <a:prstGeom prst="rect">
            <a:avLst/>
          </a:prstGeom>
        </p:spPr>
        <p:txBody>
          <a:bodyPr anchorCtr="0" anchor="t" bIns="91425" lIns="91425" spcFirstLastPara="1" rIns="91425" wrap="square" tIns="91425">
            <a:spAutoFit/>
          </a:bodyPr>
          <a:lstStyle>
            <a:lvl1pPr lvl="0">
              <a:spcBef>
                <a:spcPts val="0"/>
              </a:spcBef>
              <a:spcAft>
                <a:spcPts val="0"/>
              </a:spcAft>
              <a:buSzPts val="6000"/>
              <a:buNone/>
              <a:defRPr sz="6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641" name="Google Shape;1641;p29"/>
          <p:cNvSpPr txBox="1"/>
          <p:nvPr>
            <p:ph idx="1" type="body"/>
          </p:nvPr>
        </p:nvSpPr>
        <p:spPr>
          <a:xfrm>
            <a:off x="1173600" y="2391699"/>
            <a:ext cx="3054300" cy="6309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1642" name="Google Shape;1642;p29"/>
          <p:cNvSpPr txBox="1"/>
          <p:nvPr>
            <p:ph idx="2" type="subTitle"/>
          </p:nvPr>
        </p:nvSpPr>
        <p:spPr>
          <a:xfrm>
            <a:off x="1173600" y="2160100"/>
            <a:ext cx="3054300" cy="2046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43" name="Google Shape;1643;p29"/>
          <p:cNvSpPr txBox="1"/>
          <p:nvPr>
            <p:ph idx="3" type="body"/>
          </p:nvPr>
        </p:nvSpPr>
        <p:spPr>
          <a:xfrm>
            <a:off x="4916100" y="2391699"/>
            <a:ext cx="3054300" cy="6309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1644" name="Google Shape;1644;p29"/>
          <p:cNvSpPr txBox="1"/>
          <p:nvPr>
            <p:ph idx="4" type="subTitle"/>
          </p:nvPr>
        </p:nvSpPr>
        <p:spPr>
          <a:xfrm>
            <a:off x="4916100" y="2160100"/>
            <a:ext cx="3054300" cy="2046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45" name="Google Shape;1645;p29"/>
          <p:cNvSpPr/>
          <p:nvPr>
            <p:ph idx="5" type="pic"/>
          </p:nvPr>
        </p:nvSpPr>
        <p:spPr>
          <a:xfrm>
            <a:off x="1173600" y="3022475"/>
            <a:ext cx="3054300" cy="1864500"/>
          </a:xfrm>
          <a:prstGeom prst="roundRect">
            <a:avLst>
              <a:gd fmla="val 3854" name="adj"/>
            </a:avLst>
          </a:prstGeom>
          <a:noFill/>
          <a:ln>
            <a:noFill/>
          </a:ln>
        </p:spPr>
      </p:sp>
      <p:sp>
        <p:nvSpPr>
          <p:cNvPr id="1646" name="Google Shape;1646;p29"/>
          <p:cNvSpPr/>
          <p:nvPr>
            <p:ph idx="6" type="pic"/>
          </p:nvPr>
        </p:nvSpPr>
        <p:spPr>
          <a:xfrm>
            <a:off x="4916100" y="3022475"/>
            <a:ext cx="3054300" cy="1864500"/>
          </a:xfrm>
          <a:prstGeom prst="roundRect">
            <a:avLst>
              <a:gd fmla="val 3854" name="adj"/>
            </a:avLst>
          </a:prstGeom>
          <a:noFill/>
          <a:ln>
            <a:noFill/>
          </a:ln>
        </p:spPr>
      </p:sp>
      <p:sp>
        <p:nvSpPr>
          <p:cNvPr id="1647" name="Google Shape;1647;p29"/>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CUSTOM_1_1_1_1_1_1_1_1_1_1_2_1_1_1_1_1_1_1_1_1_1_1_1_1_1_1_1_1">
    <p:spTree>
      <p:nvGrpSpPr>
        <p:cNvPr id="1648" name="Shape 1648"/>
        <p:cNvGrpSpPr/>
        <p:nvPr/>
      </p:nvGrpSpPr>
      <p:grpSpPr>
        <a:xfrm>
          <a:off x="0" y="0"/>
          <a:ext cx="0" cy="0"/>
          <a:chOff x="0" y="0"/>
          <a:chExt cx="0" cy="0"/>
        </a:xfrm>
      </p:grpSpPr>
      <p:sp>
        <p:nvSpPr>
          <p:cNvPr id="1649" name="Google Shape;1649;p30"/>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grpSp>
        <p:nvGrpSpPr>
          <p:cNvPr id="1650" name="Google Shape;1650;p30"/>
          <p:cNvGrpSpPr/>
          <p:nvPr/>
        </p:nvGrpSpPr>
        <p:grpSpPr>
          <a:xfrm>
            <a:off x="-6096" y="-3429"/>
            <a:ext cx="9156192" cy="5150358"/>
            <a:chOff x="0" y="0"/>
            <a:chExt cx="12192000" cy="6858000"/>
          </a:xfrm>
        </p:grpSpPr>
        <p:sp>
          <p:nvSpPr>
            <p:cNvPr id="1651" name="Google Shape;1651;p30"/>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52" name="Google Shape;1652;p30"/>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53" name="Google Shape;1653;p30"/>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54" name="Google Shape;1654;p30"/>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55" name="Google Shape;1655;p30"/>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56" name="Google Shape;1656;p30"/>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57" name="Google Shape;1657;p30"/>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58" name="Google Shape;1658;p30"/>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59" name="Google Shape;1659;p30"/>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60" name="Google Shape;1660;p30"/>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61" name="Google Shape;1661;p30"/>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62" name="Google Shape;1662;p30"/>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63" name="Google Shape;1663;p30"/>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64" name="Google Shape;1664;p30"/>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65" name="Google Shape;1665;p30"/>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66" name="Google Shape;1666;p30"/>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67" name="Google Shape;1667;p30"/>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68" name="Google Shape;1668;p30"/>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69" name="Google Shape;1669;p30"/>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70" name="Google Shape;1670;p30"/>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71" name="Google Shape;1671;p30"/>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72" name="Google Shape;1672;p30"/>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73" name="Google Shape;1673;p30"/>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74" name="Google Shape;1674;p30"/>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75" name="Google Shape;1675;p30"/>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76" name="Google Shape;1676;p30"/>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77" name="Google Shape;1677;p30"/>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78" name="Google Shape;1678;p30"/>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79" name="Google Shape;1679;p30"/>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80" name="Google Shape;1680;p30"/>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81" name="Google Shape;1681;p30"/>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82" name="Google Shape;1682;p30"/>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83" name="Google Shape;1683;p30"/>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84" name="Google Shape;1684;p30"/>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85" name="Google Shape;1685;p30"/>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86" name="Google Shape;1686;p30"/>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87" name="Google Shape;1687;p30"/>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88" name="Google Shape;1688;p30"/>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89" name="Google Shape;1689;p30"/>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90" name="Google Shape;1690;p30"/>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91" name="Google Shape;1691;p30"/>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92" name="Google Shape;1692;p30"/>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93" name="Google Shape;1693;p30"/>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94" name="Google Shape;1694;p30"/>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95" name="Google Shape;1695;p30"/>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96" name="Google Shape;1696;p30"/>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97" name="Google Shape;1697;p30"/>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98" name="Google Shape;1698;p30"/>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99" name="Google Shape;1699;p30"/>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00" name="Google Shape;1700;p30"/>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01" name="Google Shape;1701;p30"/>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02" name="Google Shape;1702;p30"/>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03" name="Google Shape;1703;p30"/>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04" name="Google Shape;1704;p30"/>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05" name="Google Shape;1705;p30"/>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06" name="Google Shape;1706;p30"/>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07" name="Google Shape;1707;p30"/>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08" name="Google Shape;1708;p30"/>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09" name="Google Shape;1709;p30"/>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1710" name="Google Shape;1710;p30"/>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11" name="Google Shape;1711;p30"/>
          <p:cNvSpPr txBox="1"/>
          <p:nvPr>
            <p:ph type="title"/>
          </p:nvPr>
        </p:nvSpPr>
        <p:spPr>
          <a:xfrm>
            <a:off x="208725" y="344175"/>
            <a:ext cx="6167700" cy="2005200"/>
          </a:xfrm>
          <a:prstGeom prst="rect">
            <a:avLst/>
          </a:prstGeom>
        </p:spPr>
        <p:txBody>
          <a:bodyPr anchorCtr="0" anchor="t" bIns="91425" lIns="91425" spcFirstLastPara="1" rIns="91425" wrap="square" tIns="91425">
            <a:spAutoFit/>
          </a:bodyPr>
          <a:lstStyle>
            <a:lvl1pPr lvl="0">
              <a:spcBef>
                <a:spcPts val="0"/>
              </a:spcBef>
              <a:spcAft>
                <a:spcPts val="0"/>
              </a:spcAft>
              <a:buSzPts val="6000"/>
              <a:buNone/>
              <a:defRPr sz="6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712" name="Google Shape;1712;p30"/>
          <p:cNvSpPr txBox="1"/>
          <p:nvPr>
            <p:ph idx="1" type="body"/>
          </p:nvPr>
        </p:nvSpPr>
        <p:spPr>
          <a:xfrm>
            <a:off x="423750" y="2391699"/>
            <a:ext cx="2586900" cy="6309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1713" name="Google Shape;1713;p30"/>
          <p:cNvSpPr txBox="1"/>
          <p:nvPr>
            <p:ph idx="2" type="subTitle"/>
          </p:nvPr>
        </p:nvSpPr>
        <p:spPr>
          <a:xfrm>
            <a:off x="423750" y="2160100"/>
            <a:ext cx="2586900" cy="2046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14" name="Google Shape;1714;p30"/>
          <p:cNvSpPr txBox="1"/>
          <p:nvPr>
            <p:ph idx="3" type="body"/>
          </p:nvPr>
        </p:nvSpPr>
        <p:spPr>
          <a:xfrm>
            <a:off x="3276074" y="2391699"/>
            <a:ext cx="2586900" cy="6309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1715" name="Google Shape;1715;p30"/>
          <p:cNvSpPr txBox="1"/>
          <p:nvPr>
            <p:ph idx="4" type="subTitle"/>
          </p:nvPr>
        </p:nvSpPr>
        <p:spPr>
          <a:xfrm>
            <a:off x="3276071" y="2160100"/>
            <a:ext cx="2586900" cy="2046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16" name="Google Shape;1716;p30"/>
          <p:cNvSpPr/>
          <p:nvPr>
            <p:ph idx="5" type="pic"/>
          </p:nvPr>
        </p:nvSpPr>
        <p:spPr>
          <a:xfrm>
            <a:off x="423750" y="3022475"/>
            <a:ext cx="2586900" cy="1864500"/>
          </a:xfrm>
          <a:prstGeom prst="roundRect">
            <a:avLst>
              <a:gd fmla="val 3854" name="adj"/>
            </a:avLst>
          </a:prstGeom>
          <a:noFill/>
          <a:ln>
            <a:noFill/>
          </a:ln>
        </p:spPr>
      </p:sp>
      <p:sp>
        <p:nvSpPr>
          <p:cNvPr id="1717" name="Google Shape;1717;p30"/>
          <p:cNvSpPr/>
          <p:nvPr>
            <p:ph idx="6" type="pic"/>
          </p:nvPr>
        </p:nvSpPr>
        <p:spPr>
          <a:xfrm>
            <a:off x="3276071" y="3022475"/>
            <a:ext cx="2586900" cy="1864500"/>
          </a:xfrm>
          <a:prstGeom prst="roundRect">
            <a:avLst>
              <a:gd fmla="val 3854" name="adj"/>
            </a:avLst>
          </a:prstGeom>
          <a:noFill/>
          <a:ln>
            <a:noFill/>
          </a:ln>
        </p:spPr>
      </p:sp>
      <p:sp>
        <p:nvSpPr>
          <p:cNvPr id="1718" name="Google Shape;1718;p30"/>
          <p:cNvSpPr txBox="1"/>
          <p:nvPr>
            <p:ph idx="7" type="body"/>
          </p:nvPr>
        </p:nvSpPr>
        <p:spPr>
          <a:xfrm>
            <a:off x="6128397" y="2391699"/>
            <a:ext cx="2586900" cy="6309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1719" name="Google Shape;1719;p30"/>
          <p:cNvSpPr txBox="1"/>
          <p:nvPr>
            <p:ph idx="8" type="subTitle"/>
          </p:nvPr>
        </p:nvSpPr>
        <p:spPr>
          <a:xfrm>
            <a:off x="6128391" y="2160100"/>
            <a:ext cx="2586900" cy="2046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20" name="Google Shape;1720;p30"/>
          <p:cNvSpPr/>
          <p:nvPr>
            <p:ph idx="9" type="pic"/>
          </p:nvPr>
        </p:nvSpPr>
        <p:spPr>
          <a:xfrm>
            <a:off x="6128391" y="3022475"/>
            <a:ext cx="2586900" cy="1864500"/>
          </a:xfrm>
          <a:prstGeom prst="roundRect">
            <a:avLst>
              <a:gd fmla="val 3854" name="adj"/>
            </a:avLst>
          </a:prstGeom>
          <a:noFill/>
          <a:ln>
            <a:noFill/>
          </a:ln>
        </p:spPr>
      </p:sp>
      <p:sp>
        <p:nvSpPr>
          <p:cNvPr id="1721" name="Google Shape;1721;p30"/>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CUSTOM_1_1_1_1_1_1_1_1_1_1_2_1_1_1_1_1_1_1_1_1_1_1_1_1_1_1_1_1_1">
    <p:spTree>
      <p:nvGrpSpPr>
        <p:cNvPr id="1722" name="Shape 1722"/>
        <p:cNvGrpSpPr/>
        <p:nvPr/>
      </p:nvGrpSpPr>
      <p:grpSpPr>
        <a:xfrm>
          <a:off x="0" y="0"/>
          <a:ext cx="0" cy="0"/>
          <a:chOff x="0" y="0"/>
          <a:chExt cx="0" cy="0"/>
        </a:xfrm>
      </p:grpSpPr>
      <p:sp>
        <p:nvSpPr>
          <p:cNvPr id="1723" name="Google Shape;1723;p31"/>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grpSp>
        <p:nvGrpSpPr>
          <p:cNvPr id="1724" name="Google Shape;1724;p31"/>
          <p:cNvGrpSpPr/>
          <p:nvPr/>
        </p:nvGrpSpPr>
        <p:grpSpPr>
          <a:xfrm>
            <a:off x="-6096" y="-3429"/>
            <a:ext cx="9156192" cy="5150358"/>
            <a:chOff x="0" y="0"/>
            <a:chExt cx="12192000" cy="6858000"/>
          </a:xfrm>
        </p:grpSpPr>
        <p:sp>
          <p:nvSpPr>
            <p:cNvPr id="1725" name="Google Shape;1725;p31"/>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26" name="Google Shape;1726;p31"/>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27" name="Google Shape;1727;p31"/>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28" name="Google Shape;1728;p31"/>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29" name="Google Shape;1729;p31"/>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30" name="Google Shape;1730;p31"/>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31" name="Google Shape;1731;p31"/>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32" name="Google Shape;1732;p31"/>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33" name="Google Shape;1733;p31"/>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34" name="Google Shape;1734;p31"/>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35" name="Google Shape;1735;p31"/>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36" name="Google Shape;1736;p31"/>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37" name="Google Shape;1737;p31"/>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38" name="Google Shape;1738;p31"/>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39" name="Google Shape;1739;p31"/>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40" name="Google Shape;1740;p31"/>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41" name="Google Shape;1741;p31"/>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42" name="Google Shape;1742;p31"/>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43" name="Google Shape;1743;p31"/>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44" name="Google Shape;1744;p31"/>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45" name="Google Shape;1745;p31"/>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46" name="Google Shape;1746;p31"/>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47" name="Google Shape;1747;p31"/>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48" name="Google Shape;1748;p31"/>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49" name="Google Shape;1749;p31"/>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50" name="Google Shape;1750;p31"/>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51" name="Google Shape;1751;p31"/>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52" name="Google Shape;1752;p31"/>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53" name="Google Shape;1753;p31"/>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54" name="Google Shape;1754;p31"/>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55" name="Google Shape;1755;p31"/>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56" name="Google Shape;1756;p31"/>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57" name="Google Shape;1757;p31"/>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58" name="Google Shape;1758;p31"/>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59" name="Google Shape;1759;p31"/>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60" name="Google Shape;1760;p31"/>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61" name="Google Shape;1761;p31"/>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62" name="Google Shape;1762;p31"/>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63" name="Google Shape;1763;p31"/>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64" name="Google Shape;1764;p31"/>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65" name="Google Shape;1765;p31"/>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66" name="Google Shape;1766;p31"/>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67" name="Google Shape;1767;p31"/>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68" name="Google Shape;1768;p31"/>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69" name="Google Shape;1769;p31"/>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70" name="Google Shape;1770;p31"/>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71" name="Google Shape;1771;p31"/>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72" name="Google Shape;1772;p31"/>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73" name="Google Shape;1773;p31"/>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74" name="Google Shape;1774;p31"/>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75" name="Google Shape;1775;p31"/>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76" name="Google Shape;1776;p31"/>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77" name="Google Shape;1777;p31"/>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78" name="Google Shape;1778;p31"/>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79" name="Google Shape;1779;p31"/>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80" name="Google Shape;1780;p31"/>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81" name="Google Shape;1781;p31"/>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82" name="Google Shape;1782;p31"/>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83" name="Google Shape;1783;p31"/>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1784" name="Google Shape;1784;p31"/>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85" name="Google Shape;1785;p31"/>
          <p:cNvSpPr/>
          <p:nvPr>
            <p:ph idx="2" type="pic"/>
          </p:nvPr>
        </p:nvSpPr>
        <p:spPr>
          <a:xfrm>
            <a:off x="436350" y="262350"/>
            <a:ext cx="8271300" cy="4618800"/>
          </a:xfrm>
          <a:prstGeom prst="roundRect">
            <a:avLst>
              <a:gd fmla="val 3854" name="adj"/>
            </a:avLst>
          </a:prstGeom>
          <a:noFill/>
          <a:ln>
            <a:noFill/>
          </a:ln>
        </p:spPr>
      </p:sp>
      <p:sp>
        <p:nvSpPr>
          <p:cNvPr id="1786" name="Google Shape;1786;p31"/>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CUSTOM_1_1_1_1_1_1_1_1_1_1_2_1_1_1_1_1_1_1_1_1_1_1_1_1_1_1_1_1_1_1">
    <p:spTree>
      <p:nvGrpSpPr>
        <p:cNvPr id="1787" name="Shape 1787"/>
        <p:cNvGrpSpPr/>
        <p:nvPr/>
      </p:nvGrpSpPr>
      <p:grpSpPr>
        <a:xfrm>
          <a:off x="0" y="0"/>
          <a:ext cx="0" cy="0"/>
          <a:chOff x="0" y="0"/>
          <a:chExt cx="0" cy="0"/>
        </a:xfrm>
      </p:grpSpPr>
      <p:sp>
        <p:nvSpPr>
          <p:cNvPr id="1788" name="Google Shape;1788;p32"/>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grpSp>
        <p:nvGrpSpPr>
          <p:cNvPr id="1789" name="Google Shape;1789;p32"/>
          <p:cNvGrpSpPr/>
          <p:nvPr/>
        </p:nvGrpSpPr>
        <p:grpSpPr>
          <a:xfrm>
            <a:off x="-6096" y="-3429"/>
            <a:ext cx="9156192" cy="5150358"/>
            <a:chOff x="0" y="0"/>
            <a:chExt cx="12192000" cy="6858000"/>
          </a:xfrm>
        </p:grpSpPr>
        <p:sp>
          <p:nvSpPr>
            <p:cNvPr id="1790" name="Google Shape;1790;p32"/>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91" name="Google Shape;1791;p32"/>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92" name="Google Shape;1792;p32"/>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93" name="Google Shape;1793;p32"/>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94" name="Google Shape;1794;p32"/>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95" name="Google Shape;1795;p32"/>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96" name="Google Shape;1796;p32"/>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97" name="Google Shape;1797;p32"/>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98" name="Google Shape;1798;p32"/>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99" name="Google Shape;1799;p32"/>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00" name="Google Shape;1800;p32"/>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01" name="Google Shape;1801;p32"/>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02" name="Google Shape;1802;p32"/>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03" name="Google Shape;1803;p32"/>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04" name="Google Shape;1804;p32"/>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05" name="Google Shape;1805;p32"/>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06" name="Google Shape;1806;p32"/>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07" name="Google Shape;1807;p32"/>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08" name="Google Shape;1808;p32"/>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09" name="Google Shape;1809;p32"/>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10" name="Google Shape;1810;p32"/>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11" name="Google Shape;1811;p32"/>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12" name="Google Shape;1812;p32"/>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13" name="Google Shape;1813;p32"/>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14" name="Google Shape;1814;p32"/>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15" name="Google Shape;1815;p32"/>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16" name="Google Shape;1816;p32"/>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17" name="Google Shape;1817;p32"/>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18" name="Google Shape;1818;p32"/>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19" name="Google Shape;1819;p32"/>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20" name="Google Shape;1820;p32"/>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21" name="Google Shape;1821;p32"/>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22" name="Google Shape;1822;p32"/>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23" name="Google Shape;1823;p32"/>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24" name="Google Shape;1824;p32"/>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25" name="Google Shape;1825;p32"/>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26" name="Google Shape;1826;p32"/>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27" name="Google Shape;1827;p32"/>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28" name="Google Shape;1828;p32"/>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29" name="Google Shape;1829;p32"/>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30" name="Google Shape;1830;p32"/>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31" name="Google Shape;1831;p32"/>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32" name="Google Shape;1832;p32"/>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33" name="Google Shape;1833;p32"/>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34" name="Google Shape;1834;p32"/>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35" name="Google Shape;1835;p32"/>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36" name="Google Shape;1836;p32"/>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37" name="Google Shape;1837;p32"/>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38" name="Google Shape;1838;p32"/>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39" name="Google Shape;1839;p32"/>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40" name="Google Shape;1840;p32"/>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41" name="Google Shape;1841;p32"/>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42" name="Google Shape;1842;p32"/>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43" name="Google Shape;1843;p32"/>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44" name="Google Shape;1844;p32"/>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45" name="Google Shape;1845;p32"/>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46" name="Google Shape;1846;p32"/>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47" name="Google Shape;1847;p32"/>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48" name="Google Shape;1848;p32"/>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1849" name="Google Shape;1849;p32"/>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50" name="Google Shape;1850;p32"/>
          <p:cNvSpPr txBox="1"/>
          <p:nvPr>
            <p:ph type="title"/>
          </p:nvPr>
        </p:nvSpPr>
        <p:spPr>
          <a:xfrm>
            <a:off x="208725" y="344175"/>
            <a:ext cx="8729700" cy="884700"/>
          </a:xfrm>
          <a:prstGeom prst="rect">
            <a:avLst/>
          </a:prstGeom>
        </p:spPr>
        <p:txBody>
          <a:bodyPr anchorCtr="0" anchor="t" bIns="91425" lIns="91425" spcFirstLastPara="1" rIns="91425" wrap="square" tIns="91425">
            <a:spAutoFit/>
          </a:bodyPr>
          <a:lstStyle>
            <a:lvl1pPr lvl="0">
              <a:spcBef>
                <a:spcPts val="0"/>
              </a:spcBef>
              <a:spcAft>
                <a:spcPts val="0"/>
              </a:spcAft>
              <a:buSzPts val="6000"/>
              <a:buNone/>
              <a:defRPr sz="6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51" name="Google Shape;1851;p32"/>
          <p:cNvSpPr/>
          <p:nvPr>
            <p:ph idx="2" type="pic"/>
          </p:nvPr>
        </p:nvSpPr>
        <p:spPr>
          <a:xfrm>
            <a:off x="208725" y="1344450"/>
            <a:ext cx="2838600" cy="1151100"/>
          </a:xfrm>
          <a:prstGeom prst="roundRect">
            <a:avLst>
              <a:gd fmla="val 3854" name="adj"/>
            </a:avLst>
          </a:prstGeom>
          <a:noFill/>
          <a:ln>
            <a:noFill/>
          </a:ln>
        </p:spPr>
      </p:sp>
      <p:sp>
        <p:nvSpPr>
          <p:cNvPr id="1852" name="Google Shape;1852;p32"/>
          <p:cNvSpPr/>
          <p:nvPr>
            <p:ph idx="3" type="pic"/>
          </p:nvPr>
        </p:nvSpPr>
        <p:spPr>
          <a:xfrm>
            <a:off x="3154251" y="1344450"/>
            <a:ext cx="2838600" cy="1151100"/>
          </a:xfrm>
          <a:prstGeom prst="roundRect">
            <a:avLst>
              <a:gd fmla="val 3854" name="adj"/>
            </a:avLst>
          </a:prstGeom>
          <a:noFill/>
          <a:ln>
            <a:noFill/>
          </a:ln>
        </p:spPr>
      </p:sp>
      <p:sp>
        <p:nvSpPr>
          <p:cNvPr id="1853" name="Google Shape;1853;p32"/>
          <p:cNvSpPr/>
          <p:nvPr>
            <p:ph idx="4" type="pic"/>
          </p:nvPr>
        </p:nvSpPr>
        <p:spPr>
          <a:xfrm>
            <a:off x="6099777" y="1344450"/>
            <a:ext cx="2838600" cy="1151100"/>
          </a:xfrm>
          <a:prstGeom prst="roundRect">
            <a:avLst>
              <a:gd fmla="val 3854" name="adj"/>
            </a:avLst>
          </a:prstGeom>
          <a:noFill/>
          <a:ln>
            <a:noFill/>
          </a:ln>
        </p:spPr>
      </p:sp>
      <p:sp>
        <p:nvSpPr>
          <p:cNvPr id="1854" name="Google Shape;1854;p32"/>
          <p:cNvSpPr/>
          <p:nvPr>
            <p:ph idx="5" type="pic"/>
          </p:nvPr>
        </p:nvSpPr>
        <p:spPr>
          <a:xfrm>
            <a:off x="208725" y="2611125"/>
            <a:ext cx="2838600" cy="1151100"/>
          </a:xfrm>
          <a:prstGeom prst="roundRect">
            <a:avLst>
              <a:gd fmla="val 3854" name="adj"/>
            </a:avLst>
          </a:prstGeom>
          <a:noFill/>
          <a:ln>
            <a:noFill/>
          </a:ln>
        </p:spPr>
      </p:sp>
      <p:sp>
        <p:nvSpPr>
          <p:cNvPr id="1855" name="Google Shape;1855;p32"/>
          <p:cNvSpPr/>
          <p:nvPr>
            <p:ph idx="6" type="pic"/>
          </p:nvPr>
        </p:nvSpPr>
        <p:spPr>
          <a:xfrm>
            <a:off x="3154251" y="2611125"/>
            <a:ext cx="2838600" cy="1151100"/>
          </a:xfrm>
          <a:prstGeom prst="roundRect">
            <a:avLst>
              <a:gd fmla="val 3854" name="adj"/>
            </a:avLst>
          </a:prstGeom>
          <a:noFill/>
          <a:ln>
            <a:noFill/>
          </a:ln>
        </p:spPr>
      </p:sp>
      <p:sp>
        <p:nvSpPr>
          <p:cNvPr id="1856" name="Google Shape;1856;p32"/>
          <p:cNvSpPr/>
          <p:nvPr>
            <p:ph idx="7" type="pic"/>
          </p:nvPr>
        </p:nvSpPr>
        <p:spPr>
          <a:xfrm>
            <a:off x="6099777" y="2611125"/>
            <a:ext cx="2838600" cy="1151100"/>
          </a:xfrm>
          <a:prstGeom prst="roundRect">
            <a:avLst>
              <a:gd fmla="val 3854" name="adj"/>
            </a:avLst>
          </a:prstGeom>
          <a:noFill/>
          <a:ln>
            <a:noFill/>
          </a:ln>
        </p:spPr>
      </p:sp>
      <p:sp>
        <p:nvSpPr>
          <p:cNvPr id="1857" name="Google Shape;1857;p32"/>
          <p:cNvSpPr/>
          <p:nvPr>
            <p:ph idx="8" type="pic"/>
          </p:nvPr>
        </p:nvSpPr>
        <p:spPr>
          <a:xfrm>
            <a:off x="208725" y="3877800"/>
            <a:ext cx="2838600" cy="1151100"/>
          </a:xfrm>
          <a:prstGeom prst="roundRect">
            <a:avLst>
              <a:gd fmla="val 3854" name="adj"/>
            </a:avLst>
          </a:prstGeom>
          <a:noFill/>
          <a:ln>
            <a:noFill/>
          </a:ln>
        </p:spPr>
      </p:sp>
      <p:sp>
        <p:nvSpPr>
          <p:cNvPr id="1858" name="Google Shape;1858;p32"/>
          <p:cNvSpPr/>
          <p:nvPr>
            <p:ph idx="9" type="pic"/>
          </p:nvPr>
        </p:nvSpPr>
        <p:spPr>
          <a:xfrm>
            <a:off x="3154251" y="3877800"/>
            <a:ext cx="2838600" cy="1151100"/>
          </a:xfrm>
          <a:prstGeom prst="roundRect">
            <a:avLst>
              <a:gd fmla="val 3854" name="adj"/>
            </a:avLst>
          </a:prstGeom>
          <a:noFill/>
          <a:ln>
            <a:noFill/>
          </a:ln>
        </p:spPr>
      </p:sp>
      <p:sp>
        <p:nvSpPr>
          <p:cNvPr id="1859" name="Google Shape;1859;p32"/>
          <p:cNvSpPr/>
          <p:nvPr>
            <p:ph idx="13" type="pic"/>
          </p:nvPr>
        </p:nvSpPr>
        <p:spPr>
          <a:xfrm>
            <a:off x="6099777" y="3877800"/>
            <a:ext cx="2838600" cy="1151100"/>
          </a:xfrm>
          <a:prstGeom prst="roundRect">
            <a:avLst>
              <a:gd fmla="val 3854" name="adj"/>
            </a:avLst>
          </a:prstGeom>
          <a:noFill/>
          <a:ln>
            <a:noFill/>
          </a:ln>
        </p:spPr>
      </p:sp>
      <p:sp>
        <p:nvSpPr>
          <p:cNvPr id="1860" name="Google Shape;1860;p32"/>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32"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accen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57925"/>
            <a:ext cx="6411000" cy="572700"/>
          </a:xfrm>
          <a:prstGeom prst="rect">
            <a:avLst/>
          </a:prstGeom>
          <a:noFill/>
          <a:ln>
            <a:noFill/>
          </a:ln>
        </p:spPr>
        <p:txBody>
          <a:bodyPr anchorCtr="0" anchor="t" bIns="91425" lIns="91425" spcFirstLastPara="1" rIns="91425" wrap="square" tIns="91425">
            <a:spAutoFit/>
          </a:bodyPr>
          <a:lstStyle>
            <a:lvl1pPr lvl="0">
              <a:lnSpc>
                <a:spcPct val="90000"/>
              </a:lnSpc>
              <a:spcBef>
                <a:spcPts val="0"/>
              </a:spcBef>
              <a:spcAft>
                <a:spcPts val="0"/>
              </a:spcAft>
              <a:buClr>
                <a:schemeClr val="dk1"/>
              </a:buClr>
              <a:buSzPts val="4800"/>
              <a:buFont typeface="Lexend"/>
              <a:buNone/>
              <a:defRPr sz="4800">
                <a:solidFill>
                  <a:schemeClr val="dk1"/>
                </a:solidFill>
                <a:latin typeface="Lexend"/>
                <a:ea typeface="Lexend"/>
                <a:cs typeface="Lexend"/>
                <a:sym typeface="Lexend"/>
              </a:defRPr>
            </a:lvl1pPr>
            <a:lvl2pPr lvl="1">
              <a:spcBef>
                <a:spcPts val="0"/>
              </a:spcBef>
              <a:spcAft>
                <a:spcPts val="0"/>
              </a:spcAft>
              <a:buClr>
                <a:schemeClr val="dk1"/>
              </a:buClr>
              <a:buSzPts val="2800"/>
              <a:buFont typeface="Lexend"/>
              <a:buNone/>
              <a:defRPr sz="2800">
                <a:solidFill>
                  <a:schemeClr val="dk1"/>
                </a:solidFill>
                <a:latin typeface="Lexend"/>
                <a:ea typeface="Lexend"/>
                <a:cs typeface="Lexend"/>
                <a:sym typeface="Lexend"/>
              </a:defRPr>
            </a:lvl2pPr>
            <a:lvl3pPr lvl="2">
              <a:spcBef>
                <a:spcPts val="0"/>
              </a:spcBef>
              <a:spcAft>
                <a:spcPts val="0"/>
              </a:spcAft>
              <a:buClr>
                <a:schemeClr val="dk1"/>
              </a:buClr>
              <a:buSzPts val="2800"/>
              <a:buFont typeface="Lexend"/>
              <a:buNone/>
              <a:defRPr sz="2800">
                <a:solidFill>
                  <a:schemeClr val="dk1"/>
                </a:solidFill>
                <a:latin typeface="Lexend"/>
                <a:ea typeface="Lexend"/>
                <a:cs typeface="Lexend"/>
                <a:sym typeface="Lexend"/>
              </a:defRPr>
            </a:lvl3pPr>
            <a:lvl4pPr lvl="3">
              <a:spcBef>
                <a:spcPts val="0"/>
              </a:spcBef>
              <a:spcAft>
                <a:spcPts val="0"/>
              </a:spcAft>
              <a:buClr>
                <a:schemeClr val="dk1"/>
              </a:buClr>
              <a:buSzPts val="2800"/>
              <a:buFont typeface="Lexend"/>
              <a:buNone/>
              <a:defRPr sz="2800">
                <a:solidFill>
                  <a:schemeClr val="dk1"/>
                </a:solidFill>
                <a:latin typeface="Lexend"/>
                <a:ea typeface="Lexend"/>
                <a:cs typeface="Lexend"/>
                <a:sym typeface="Lexend"/>
              </a:defRPr>
            </a:lvl4pPr>
            <a:lvl5pPr lvl="4">
              <a:spcBef>
                <a:spcPts val="0"/>
              </a:spcBef>
              <a:spcAft>
                <a:spcPts val="0"/>
              </a:spcAft>
              <a:buClr>
                <a:schemeClr val="dk1"/>
              </a:buClr>
              <a:buSzPts val="2800"/>
              <a:buFont typeface="Lexend"/>
              <a:buNone/>
              <a:defRPr sz="2800">
                <a:solidFill>
                  <a:schemeClr val="dk1"/>
                </a:solidFill>
                <a:latin typeface="Lexend"/>
                <a:ea typeface="Lexend"/>
                <a:cs typeface="Lexend"/>
                <a:sym typeface="Lexend"/>
              </a:defRPr>
            </a:lvl5pPr>
            <a:lvl6pPr lvl="5">
              <a:spcBef>
                <a:spcPts val="0"/>
              </a:spcBef>
              <a:spcAft>
                <a:spcPts val="0"/>
              </a:spcAft>
              <a:buClr>
                <a:schemeClr val="dk1"/>
              </a:buClr>
              <a:buSzPts val="2800"/>
              <a:buFont typeface="Lexend"/>
              <a:buNone/>
              <a:defRPr sz="2800">
                <a:solidFill>
                  <a:schemeClr val="dk1"/>
                </a:solidFill>
                <a:latin typeface="Lexend"/>
                <a:ea typeface="Lexend"/>
                <a:cs typeface="Lexend"/>
                <a:sym typeface="Lexend"/>
              </a:defRPr>
            </a:lvl6pPr>
            <a:lvl7pPr lvl="6">
              <a:spcBef>
                <a:spcPts val="0"/>
              </a:spcBef>
              <a:spcAft>
                <a:spcPts val="0"/>
              </a:spcAft>
              <a:buClr>
                <a:schemeClr val="dk1"/>
              </a:buClr>
              <a:buSzPts val="2800"/>
              <a:buFont typeface="Lexend"/>
              <a:buNone/>
              <a:defRPr sz="2800">
                <a:solidFill>
                  <a:schemeClr val="dk1"/>
                </a:solidFill>
                <a:latin typeface="Lexend"/>
                <a:ea typeface="Lexend"/>
                <a:cs typeface="Lexend"/>
                <a:sym typeface="Lexend"/>
              </a:defRPr>
            </a:lvl7pPr>
            <a:lvl8pPr lvl="7">
              <a:spcBef>
                <a:spcPts val="0"/>
              </a:spcBef>
              <a:spcAft>
                <a:spcPts val="0"/>
              </a:spcAft>
              <a:buClr>
                <a:schemeClr val="dk1"/>
              </a:buClr>
              <a:buSzPts val="2800"/>
              <a:buFont typeface="Lexend"/>
              <a:buNone/>
              <a:defRPr sz="2800">
                <a:solidFill>
                  <a:schemeClr val="dk1"/>
                </a:solidFill>
                <a:latin typeface="Lexend"/>
                <a:ea typeface="Lexend"/>
                <a:cs typeface="Lexend"/>
                <a:sym typeface="Lexend"/>
              </a:defRPr>
            </a:lvl8pPr>
            <a:lvl9pPr lvl="8">
              <a:spcBef>
                <a:spcPts val="0"/>
              </a:spcBef>
              <a:spcAft>
                <a:spcPts val="0"/>
              </a:spcAft>
              <a:buClr>
                <a:schemeClr val="dk1"/>
              </a:buClr>
              <a:buSzPts val="2800"/>
              <a:buFont typeface="Lexend"/>
              <a:buNone/>
              <a:defRPr sz="2800">
                <a:solidFill>
                  <a:schemeClr val="dk1"/>
                </a:solidFill>
                <a:latin typeface="Lexend"/>
                <a:ea typeface="Lexend"/>
                <a:cs typeface="Lexend"/>
                <a:sym typeface="Lexend"/>
              </a:defRPr>
            </a:lvl9pPr>
          </a:lstStyle>
          <a:p/>
        </p:txBody>
      </p:sp>
      <p:sp>
        <p:nvSpPr>
          <p:cNvPr id="7" name="Google Shape;7;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
        <p:nvSpPr>
          <p:cNvPr id="8" name="Google Shape;8;p1"/>
          <p:cNvSpPr txBox="1"/>
          <p:nvPr>
            <p:ph idx="1" type="body"/>
          </p:nvPr>
        </p:nvSpPr>
        <p:spPr>
          <a:xfrm>
            <a:off x="1239450" y="2823325"/>
            <a:ext cx="3145800" cy="2082000"/>
          </a:xfrm>
          <a:prstGeom prst="rect">
            <a:avLst/>
          </a:prstGeom>
          <a:noFill/>
          <a:ln>
            <a:noFill/>
          </a:ln>
        </p:spPr>
        <p:txBody>
          <a:bodyPr anchorCtr="0" anchor="t" bIns="91425" lIns="91425" spcFirstLastPara="1" rIns="91425" wrap="square" tIns="91425">
            <a:noAutofit/>
          </a:bodyPr>
          <a:lstStyle>
            <a:lvl1pPr indent="-279400" lvl="0" marL="457200">
              <a:spcBef>
                <a:spcPts val="0"/>
              </a:spcBef>
              <a:spcAft>
                <a:spcPts val="0"/>
              </a:spcAft>
              <a:buClr>
                <a:schemeClr val="dk1"/>
              </a:buClr>
              <a:buSzPts val="800"/>
              <a:buFont typeface="Lexend Light"/>
              <a:buChar char="●"/>
              <a:defRPr sz="800">
                <a:solidFill>
                  <a:schemeClr val="dk1"/>
                </a:solidFill>
                <a:latin typeface="Lexend Light"/>
                <a:ea typeface="Lexend Light"/>
                <a:cs typeface="Lexend Light"/>
                <a:sym typeface="Lexend Light"/>
              </a:defRPr>
            </a:lvl1pPr>
            <a:lvl2pPr indent="-279400" lvl="1" marL="914400">
              <a:spcBef>
                <a:spcPts val="0"/>
              </a:spcBef>
              <a:spcAft>
                <a:spcPts val="0"/>
              </a:spcAft>
              <a:buClr>
                <a:schemeClr val="dk1"/>
              </a:buClr>
              <a:buSzPts val="800"/>
              <a:buFont typeface="Lexend Light"/>
              <a:buChar char="○"/>
              <a:defRPr sz="800">
                <a:solidFill>
                  <a:schemeClr val="dk1"/>
                </a:solidFill>
                <a:latin typeface="Lexend Light"/>
                <a:ea typeface="Lexend Light"/>
                <a:cs typeface="Lexend Light"/>
                <a:sym typeface="Lexend Light"/>
              </a:defRPr>
            </a:lvl2pPr>
            <a:lvl3pPr indent="-279400" lvl="2" marL="1371600">
              <a:spcBef>
                <a:spcPts val="0"/>
              </a:spcBef>
              <a:spcAft>
                <a:spcPts val="0"/>
              </a:spcAft>
              <a:buClr>
                <a:schemeClr val="dk1"/>
              </a:buClr>
              <a:buSzPts val="800"/>
              <a:buFont typeface="Lexend Light"/>
              <a:buChar char="■"/>
              <a:defRPr sz="800">
                <a:solidFill>
                  <a:schemeClr val="dk1"/>
                </a:solidFill>
                <a:latin typeface="Lexend Light"/>
                <a:ea typeface="Lexend Light"/>
                <a:cs typeface="Lexend Light"/>
                <a:sym typeface="Lexend Light"/>
              </a:defRPr>
            </a:lvl3pPr>
            <a:lvl4pPr indent="-279400" lvl="3" marL="1828800">
              <a:spcBef>
                <a:spcPts val="0"/>
              </a:spcBef>
              <a:spcAft>
                <a:spcPts val="0"/>
              </a:spcAft>
              <a:buClr>
                <a:schemeClr val="dk1"/>
              </a:buClr>
              <a:buSzPts val="800"/>
              <a:buFont typeface="Lexend Light"/>
              <a:buChar char="●"/>
              <a:defRPr sz="800">
                <a:solidFill>
                  <a:schemeClr val="dk1"/>
                </a:solidFill>
                <a:latin typeface="Lexend Light"/>
                <a:ea typeface="Lexend Light"/>
                <a:cs typeface="Lexend Light"/>
                <a:sym typeface="Lexend Light"/>
              </a:defRPr>
            </a:lvl4pPr>
            <a:lvl5pPr indent="-279400" lvl="4" marL="2286000">
              <a:spcBef>
                <a:spcPts val="0"/>
              </a:spcBef>
              <a:spcAft>
                <a:spcPts val="0"/>
              </a:spcAft>
              <a:buClr>
                <a:schemeClr val="dk1"/>
              </a:buClr>
              <a:buSzPts val="800"/>
              <a:buFont typeface="Lexend Light"/>
              <a:buChar char="○"/>
              <a:defRPr sz="800">
                <a:solidFill>
                  <a:schemeClr val="dk1"/>
                </a:solidFill>
                <a:latin typeface="Lexend Light"/>
                <a:ea typeface="Lexend Light"/>
                <a:cs typeface="Lexend Light"/>
                <a:sym typeface="Lexend Light"/>
              </a:defRPr>
            </a:lvl5pPr>
            <a:lvl6pPr indent="-279400" lvl="5" marL="2743200">
              <a:spcBef>
                <a:spcPts val="0"/>
              </a:spcBef>
              <a:spcAft>
                <a:spcPts val="0"/>
              </a:spcAft>
              <a:buClr>
                <a:schemeClr val="dk1"/>
              </a:buClr>
              <a:buSzPts val="800"/>
              <a:buFont typeface="Lexend Light"/>
              <a:buChar char="■"/>
              <a:defRPr sz="800">
                <a:solidFill>
                  <a:schemeClr val="dk1"/>
                </a:solidFill>
                <a:latin typeface="Lexend Light"/>
                <a:ea typeface="Lexend Light"/>
                <a:cs typeface="Lexend Light"/>
                <a:sym typeface="Lexend Light"/>
              </a:defRPr>
            </a:lvl6pPr>
            <a:lvl7pPr indent="-279400" lvl="6" marL="3200400">
              <a:spcBef>
                <a:spcPts val="0"/>
              </a:spcBef>
              <a:spcAft>
                <a:spcPts val="0"/>
              </a:spcAft>
              <a:buClr>
                <a:schemeClr val="dk1"/>
              </a:buClr>
              <a:buSzPts val="800"/>
              <a:buFont typeface="Lexend Light"/>
              <a:buChar char="●"/>
              <a:defRPr sz="800">
                <a:solidFill>
                  <a:schemeClr val="dk1"/>
                </a:solidFill>
                <a:latin typeface="Lexend Light"/>
                <a:ea typeface="Lexend Light"/>
                <a:cs typeface="Lexend Light"/>
                <a:sym typeface="Lexend Light"/>
              </a:defRPr>
            </a:lvl7pPr>
            <a:lvl8pPr indent="-279400" lvl="7" marL="3657600">
              <a:spcBef>
                <a:spcPts val="0"/>
              </a:spcBef>
              <a:spcAft>
                <a:spcPts val="0"/>
              </a:spcAft>
              <a:buClr>
                <a:schemeClr val="dk1"/>
              </a:buClr>
              <a:buSzPts val="800"/>
              <a:buFont typeface="Lexend Light"/>
              <a:buChar char="○"/>
              <a:defRPr sz="800">
                <a:solidFill>
                  <a:schemeClr val="dk1"/>
                </a:solidFill>
                <a:latin typeface="Lexend Light"/>
                <a:ea typeface="Lexend Light"/>
                <a:cs typeface="Lexend Light"/>
                <a:sym typeface="Lexend Light"/>
              </a:defRPr>
            </a:lvl8pPr>
            <a:lvl9pPr indent="-279400" lvl="8" marL="4114800">
              <a:spcBef>
                <a:spcPts val="0"/>
              </a:spcBef>
              <a:spcAft>
                <a:spcPts val="0"/>
              </a:spcAft>
              <a:buClr>
                <a:schemeClr val="dk1"/>
              </a:buClr>
              <a:buSzPts val="800"/>
              <a:buFont typeface="Lexend Light"/>
              <a:buChar char="■"/>
              <a:defRPr sz="800">
                <a:solidFill>
                  <a:schemeClr val="dk1"/>
                </a:solidFill>
                <a:latin typeface="Lexend Light"/>
                <a:ea typeface="Lexend Light"/>
                <a:cs typeface="Lexend Light"/>
                <a:sym typeface="Lexend Light"/>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864">
          <p15:clr>
            <a:srgbClr val="E46962"/>
          </p15:clr>
        </p15:guide>
        <p15:guide id="6" pos="196">
          <p15:clr>
            <a:srgbClr val="E46962"/>
          </p15:clr>
        </p15:guide>
        <p15:guide id="7" orient="horz" pos="936">
          <p15:clr>
            <a:srgbClr val="E46962"/>
          </p15:clr>
        </p15:guide>
        <p15:guide id="8" orient="horz" pos="684">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4" name="Shape 1864"/>
        <p:cNvGrpSpPr/>
        <p:nvPr/>
      </p:nvGrpSpPr>
      <p:grpSpPr>
        <a:xfrm>
          <a:off x="0" y="0"/>
          <a:ext cx="0" cy="0"/>
          <a:chOff x="0" y="0"/>
          <a:chExt cx="0" cy="0"/>
        </a:xfrm>
      </p:grpSpPr>
      <p:sp>
        <p:nvSpPr>
          <p:cNvPr id="1865" name="Google Shape;1865;p33"/>
          <p:cNvSpPr/>
          <p:nvPr/>
        </p:nvSpPr>
        <p:spPr>
          <a:xfrm>
            <a:off x="5132350" y="2319600"/>
            <a:ext cx="3437400" cy="2610300"/>
          </a:xfrm>
          <a:prstGeom prst="roundRect">
            <a:avLst>
              <a:gd fmla="val 4803" name="adj"/>
            </a:avLst>
          </a:prstGeom>
          <a:solidFill>
            <a:schemeClr val="lt2"/>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1866" name="Google Shape;1866;p33"/>
          <p:cNvGrpSpPr/>
          <p:nvPr/>
        </p:nvGrpSpPr>
        <p:grpSpPr>
          <a:xfrm>
            <a:off x="5202525" y="2420932"/>
            <a:ext cx="277873" cy="68400"/>
            <a:chOff x="5202525" y="2420932"/>
            <a:chExt cx="277873" cy="68400"/>
          </a:xfrm>
        </p:grpSpPr>
        <p:sp>
          <p:nvSpPr>
            <p:cNvPr id="1867" name="Google Shape;1867;p33"/>
            <p:cNvSpPr/>
            <p:nvPr/>
          </p:nvSpPr>
          <p:spPr>
            <a:xfrm>
              <a:off x="5202525" y="2420932"/>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68" name="Google Shape;1868;p33"/>
            <p:cNvSpPr/>
            <p:nvPr/>
          </p:nvSpPr>
          <p:spPr>
            <a:xfrm>
              <a:off x="5307261" y="2420932"/>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69" name="Google Shape;1869;p33"/>
            <p:cNvSpPr/>
            <p:nvPr/>
          </p:nvSpPr>
          <p:spPr>
            <a:xfrm>
              <a:off x="5411998" y="2420932"/>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870" name="Google Shape;1870;p33"/>
          <p:cNvSpPr/>
          <p:nvPr/>
        </p:nvSpPr>
        <p:spPr>
          <a:xfrm>
            <a:off x="341525" y="2319607"/>
            <a:ext cx="4059600" cy="1914600"/>
          </a:xfrm>
          <a:prstGeom prst="roundRect">
            <a:avLst>
              <a:gd fmla="val 4803" name="adj"/>
            </a:avLst>
          </a:prstGeom>
          <a:solidFill>
            <a:schemeClr val="lt2"/>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1871" name="Google Shape;1871;p33"/>
          <p:cNvGrpSpPr/>
          <p:nvPr/>
        </p:nvGrpSpPr>
        <p:grpSpPr>
          <a:xfrm>
            <a:off x="411700" y="2420932"/>
            <a:ext cx="277873" cy="68400"/>
            <a:chOff x="411700" y="2420932"/>
            <a:chExt cx="277873" cy="68400"/>
          </a:xfrm>
        </p:grpSpPr>
        <p:sp>
          <p:nvSpPr>
            <p:cNvPr id="1872" name="Google Shape;1872;p33"/>
            <p:cNvSpPr/>
            <p:nvPr/>
          </p:nvSpPr>
          <p:spPr>
            <a:xfrm>
              <a:off x="411700" y="2420932"/>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73" name="Google Shape;1873;p33"/>
            <p:cNvSpPr/>
            <p:nvPr/>
          </p:nvSpPr>
          <p:spPr>
            <a:xfrm>
              <a:off x="516436" y="2420932"/>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74" name="Google Shape;1874;p33"/>
            <p:cNvSpPr/>
            <p:nvPr/>
          </p:nvSpPr>
          <p:spPr>
            <a:xfrm>
              <a:off x="621173" y="2420932"/>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875" name="Google Shape;1875;p33"/>
          <p:cNvSpPr txBox="1"/>
          <p:nvPr>
            <p:ph idx="2" type="body"/>
          </p:nvPr>
        </p:nvSpPr>
        <p:spPr>
          <a:xfrm>
            <a:off x="167325" y="-39600"/>
            <a:ext cx="1169700" cy="4311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None/>
            </a:pPr>
            <a:r>
              <a:rPr b="1" lang="en"/>
              <a:t>Name </a:t>
            </a:r>
            <a:endParaRPr/>
          </a:p>
          <a:p>
            <a:pPr indent="0" lvl="0" marL="0" rtl="0" algn="l">
              <a:spcBef>
                <a:spcPts val="0"/>
              </a:spcBef>
              <a:spcAft>
                <a:spcPts val="0"/>
              </a:spcAft>
              <a:buNone/>
            </a:pPr>
            <a:r>
              <a:t/>
            </a:r>
            <a:endParaRPr/>
          </a:p>
        </p:txBody>
      </p:sp>
      <p:sp>
        <p:nvSpPr>
          <p:cNvPr id="1876" name="Google Shape;1876;p33"/>
          <p:cNvSpPr txBox="1"/>
          <p:nvPr>
            <p:ph idx="3" type="body"/>
          </p:nvPr>
        </p:nvSpPr>
        <p:spPr>
          <a:xfrm>
            <a:off x="940775" y="-39600"/>
            <a:ext cx="3810300" cy="4311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
              <a:t>Department    Course Number    Section    Time    Location</a:t>
            </a:r>
            <a:endParaRPr/>
          </a:p>
          <a:p>
            <a:pPr indent="0" lvl="0" marL="0" rtl="0" algn="l">
              <a:spcBef>
                <a:spcPts val="0"/>
              </a:spcBef>
              <a:spcAft>
                <a:spcPts val="0"/>
              </a:spcAft>
              <a:buNone/>
            </a:pPr>
            <a:r>
              <a:t/>
            </a:r>
            <a:endParaRPr/>
          </a:p>
        </p:txBody>
      </p:sp>
      <p:sp>
        <p:nvSpPr>
          <p:cNvPr id="1877" name="Google Shape;1877;p33"/>
          <p:cNvSpPr/>
          <p:nvPr/>
        </p:nvSpPr>
        <p:spPr>
          <a:xfrm>
            <a:off x="341528" y="1539755"/>
            <a:ext cx="1953600" cy="630300"/>
          </a:xfrm>
          <a:prstGeom prst="roundRect">
            <a:avLst>
              <a:gd fmla="val 50000"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chemeClr val="dk1"/>
                </a:solidFill>
                <a:latin typeface="Lexend"/>
                <a:ea typeface="Lexend"/>
                <a:cs typeface="Lexend"/>
                <a:sym typeface="Lexend"/>
              </a:rPr>
              <a:t>Outline</a:t>
            </a:r>
            <a:endParaRPr sz="2400">
              <a:solidFill>
                <a:schemeClr val="dk1"/>
              </a:solidFill>
              <a:latin typeface="Lexend"/>
              <a:ea typeface="Lexend"/>
              <a:cs typeface="Lexend"/>
              <a:sym typeface="Lexend"/>
            </a:endParaRPr>
          </a:p>
        </p:txBody>
      </p:sp>
      <p:sp>
        <p:nvSpPr>
          <p:cNvPr id="1878" name="Google Shape;1878;p33"/>
          <p:cNvSpPr txBox="1"/>
          <p:nvPr>
            <p:ph idx="4" type="subTitle"/>
          </p:nvPr>
        </p:nvSpPr>
        <p:spPr>
          <a:xfrm>
            <a:off x="516425" y="2548200"/>
            <a:ext cx="3736200" cy="7389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None/>
            </a:pPr>
            <a:r>
              <a:rPr lang="en"/>
              <a:t>"Shared Personality, Shared Wallets: Exploring the Impact of Perceived Similarity on Fan Financial Support for Musical Artists"</a:t>
            </a:r>
            <a:endParaRPr>
              <a:latin typeface="Lexend SemiBold"/>
              <a:ea typeface="Lexend SemiBold"/>
              <a:cs typeface="Lexend SemiBold"/>
              <a:sym typeface="Lexend SemiBold"/>
            </a:endParaRPr>
          </a:p>
        </p:txBody>
      </p:sp>
      <p:sp>
        <p:nvSpPr>
          <p:cNvPr id="1879" name="Google Shape;1879;p33"/>
          <p:cNvSpPr txBox="1"/>
          <p:nvPr>
            <p:ph type="title"/>
          </p:nvPr>
        </p:nvSpPr>
        <p:spPr>
          <a:xfrm>
            <a:off x="104850" y="549975"/>
            <a:ext cx="8934300" cy="7389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sz="4000"/>
              <a:t>Does Similarity Drive Fan Support</a:t>
            </a:r>
            <a:endParaRPr sz="4000">
              <a:solidFill>
                <a:schemeClr val="lt1"/>
              </a:solidFill>
            </a:endParaRPr>
          </a:p>
        </p:txBody>
      </p:sp>
      <p:sp>
        <p:nvSpPr>
          <p:cNvPr id="1880" name="Google Shape;1880;p33"/>
          <p:cNvSpPr txBox="1"/>
          <p:nvPr>
            <p:ph idx="1" type="body"/>
          </p:nvPr>
        </p:nvSpPr>
        <p:spPr>
          <a:xfrm>
            <a:off x="7509125" y="-39600"/>
            <a:ext cx="1524900" cy="431100"/>
          </a:xfrm>
          <a:prstGeom prst="rect">
            <a:avLst/>
          </a:prstGeom>
        </p:spPr>
        <p:txBody>
          <a:bodyPr anchorCtr="0" anchor="t" bIns="91425" lIns="91425" spcFirstLastPara="1" rIns="91425" wrap="square" tIns="91425">
            <a:spAutoFit/>
          </a:bodyPr>
          <a:lstStyle/>
          <a:p>
            <a:pPr indent="0" lvl="0" marL="0" rtl="0" algn="r">
              <a:spcBef>
                <a:spcPts val="0"/>
              </a:spcBef>
              <a:spcAft>
                <a:spcPts val="0"/>
              </a:spcAft>
              <a:buClr>
                <a:schemeClr val="dk1"/>
              </a:buClr>
              <a:buSzPts val="1100"/>
              <a:buNone/>
            </a:pPr>
            <a:r>
              <a:rPr lang="en"/>
              <a:t>DATE</a:t>
            </a:r>
            <a:endParaRPr/>
          </a:p>
          <a:p>
            <a:pPr indent="0" lvl="0" marL="0" rtl="0" algn="r">
              <a:spcBef>
                <a:spcPts val="0"/>
              </a:spcBef>
              <a:spcAft>
                <a:spcPts val="0"/>
              </a:spcAft>
              <a:buNone/>
            </a:pPr>
            <a:r>
              <a:t/>
            </a:r>
            <a:endParaRPr/>
          </a:p>
        </p:txBody>
      </p:sp>
      <p:pic>
        <p:nvPicPr>
          <p:cNvPr id="1881" name="Google Shape;1881;p33"/>
          <p:cNvPicPr preferRelativeResize="0"/>
          <p:nvPr/>
        </p:nvPicPr>
        <p:blipFill>
          <a:blip r:embed="rId3">
            <a:alphaModFix/>
          </a:blip>
          <a:stretch>
            <a:fillRect/>
          </a:stretch>
        </p:blipFill>
        <p:spPr>
          <a:xfrm>
            <a:off x="5480400" y="2548200"/>
            <a:ext cx="1908550" cy="1801150"/>
          </a:xfrm>
          <a:prstGeom prst="rect">
            <a:avLst/>
          </a:prstGeom>
          <a:noFill/>
          <a:ln>
            <a:noFill/>
          </a:ln>
        </p:spPr>
      </p:pic>
      <p:pic>
        <p:nvPicPr>
          <p:cNvPr id="1882" name="Google Shape;1882;p33"/>
          <p:cNvPicPr preferRelativeResize="0"/>
          <p:nvPr/>
        </p:nvPicPr>
        <p:blipFill>
          <a:blip r:embed="rId4">
            <a:alphaModFix/>
          </a:blip>
          <a:stretch>
            <a:fillRect/>
          </a:stretch>
        </p:blipFill>
        <p:spPr>
          <a:xfrm>
            <a:off x="6820796" y="3249121"/>
            <a:ext cx="1524900" cy="1524900"/>
          </a:xfrm>
          <a:prstGeom prst="rect">
            <a:avLst/>
          </a:prstGeom>
          <a:noFill/>
          <a:ln>
            <a:noFill/>
          </a:ln>
          <a:effectLst>
            <a:outerShdw blurRad="57150" rotWithShape="0" algn="bl" dist="19050">
              <a:srgbClr val="000000">
                <a:alpha val="10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6" name="Shape 1886"/>
        <p:cNvGrpSpPr/>
        <p:nvPr/>
      </p:nvGrpSpPr>
      <p:grpSpPr>
        <a:xfrm>
          <a:off x="0" y="0"/>
          <a:ext cx="0" cy="0"/>
          <a:chOff x="0" y="0"/>
          <a:chExt cx="0" cy="0"/>
        </a:xfrm>
      </p:grpSpPr>
      <p:sp>
        <p:nvSpPr>
          <p:cNvPr id="1887" name="Google Shape;1887;p34"/>
          <p:cNvSpPr/>
          <p:nvPr/>
        </p:nvSpPr>
        <p:spPr>
          <a:xfrm>
            <a:off x="341525" y="1421526"/>
            <a:ext cx="8149200" cy="3358200"/>
          </a:xfrm>
          <a:prstGeom prst="roundRect">
            <a:avLst>
              <a:gd fmla="val 4803" name="adj"/>
            </a:avLst>
          </a:prstGeom>
          <a:solidFill>
            <a:schemeClr val="lt2"/>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1888" name="Google Shape;1888;p34"/>
          <p:cNvGrpSpPr/>
          <p:nvPr/>
        </p:nvGrpSpPr>
        <p:grpSpPr>
          <a:xfrm>
            <a:off x="422277" y="1552328"/>
            <a:ext cx="319804" cy="88304"/>
            <a:chOff x="411700" y="2420932"/>
            <a:chExt cx="277873" cy="68400"/>
          </a:xfrm>
        </p:grpSpPr>
        <p:sp>
          <p:nvSpPr>
            <p:cNvPr id="1889" name="Google Shape;1889;p34"/>
            <p:cNvSpPr/>
            <p:nvPr/>
          </p:nvSpPr>
          <p:spPr>
            <a:xfrm>
              <a:off x="411700" y="2420932"/>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90" name="Google Shape;1890;p34"/>
            <p:cNvSpPr/>
            <p:nvPr/>
          </p:nvSpPr>
          <p:spPr>
            <a:xfrm>
              <a:off x="516436" y="2420932"/>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91" name="Google Shape;1891;p34"/>
            <p:cNvSpPr/>
            <p:nvPr/>
          </p:nvSpPr>
          <p:spPr>
            <a:xfrm>
              <a:off x="621173" y="2420932"/>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892" name="Google Shape;1892;p34"/>
          <p:cNvSpPr txBox="1"/>
          <p:nvPr>
            <p:ph idx="2" type="body"/>
          </p:nvPr>
        </p:nvSpPr>
        <p:spPr>
          <a:xfrm>
            <a:off x="167325" y="-39600"/>
            <a:ext cx="1169700" cy="4311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None/>
            </a:pPr>
            <a:r>
              <a:rPr b="1" lang="en"/>
              <a:t>Name </a:t>
            </a:r>
            <a:endParaRPr/>
          </a:p>
          <a:p>
            <a:pPr indent="0" lvl="0" marL="0" rtl="0" algn="l">
              <a:spcBef>
                <a:spcPts val="0"/>
              </a:spcBef>
              <a:spcAft>
                <a:spcPts val="0"/>
              </a:spcAft>
              <a:buNone/>
            </a:pPr>
            <a:r>
              <a:t/>
            </a:r>
            <a:endParaRPr/>
          </a:p>
        </p:txBody>
      </p:sp>
      <p:sp>
        <p:nvSpPr>
          <p:cNvPr id="1893" name="Google Shape;1893;p34"/>
          <p:cNvSpPr txBox="1"/>
          <p:nvPr>
            <p:ph idx="3" type="body"/>
          </p:nvPr>
        </p:nvSpPr>
        <p:spPr>
          <a:xfrm>
            <a:off x="940775" y="-39600"/>
            <a:ext cx="3810300" cy="4311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
              <a:t>Department    Course Number    Section    Time    Location</a:t>
            </a:r>
            <a:endParaRPr/>
          </a:p>
          <a:p>
            <a:pPr indent="0" lvl="0" marL="0" rtl="0" algn="l">
              <a:spcBef>
                <a:spcPts val="0"/>
              </a:spcBef>
              <a:spcAft>
                <a:spcPts val="0"/>
              </a:spcAft>
              <a:buNone/>
            </a:pPr>
            <a:r>
              <a:t/>
            </a:r>
            <a:endParaRPr/>
          </a:p>
        </p:txBody>
      </p:sp>
      <p:sp>
        <p:nvSpPr>
          <p:cNvPr id="1894" name="Google Shape;1894;p34"/>
          <p:cNvSpPr/>
          <p:nvPr/>
        </p:nvSpPr>
        <p:spPr>
          <a:xfrm>
            <a:off x="341528" y="391505"/>
            <a:ext cx="1953600" cy="630300"/>
          </a:xfrm>
          <a:prstGeom prst="roundRect">
            <a:avLst>
              <a:gd fmla="val 50000"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chemeClr val="dk1"/>
                </a:solidFill>
                <a:latin typeface="Lexend"/>
                <a:ea typeface="Lexend"/>
                <a:cs typeface="Lexend"/>
                <a:sym typeface="Lexend"/>
              </a:rPr>
              <a:t>Question</a:t>
            </a:r>
            <a:endParaRPr sz="2400">
              <a:solidFill>
                <a:schemeClr val="dk1"/>
              </a:solidFill>
              <a:latin typeface="Lexend"/>
              <a:ea typeface="Lexend"/>
              <a:cs typeface="Lexend"/>
              <a:sym typeface="Lexend"/>
            </a:endParaRPr>
          </a:p>
        </p:txBody>
      </p:sp>
      <p:sp>
        <p:nvSpPr>
          <p:cNvPr id="1895" name="Google Shape;1895;p34"/>
          <p:cNvSpPr txBox="1"/>
          <p:nvPr>
            <p:ph idx="4" type="subTitle"/>
          </p:nvPr>
        </p:nvSpPr>
        <p:spPr>
          <a:xfrm>
            <a:off x="542825" y="1716599"/>
            <a:ext cx="7740300" cy="27705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sz="1800"/>
              <a:t>Does perceived similarity between a fan and a musical artist increase a fan’s willingness to support the artist financially?</a:t>
            </a:r>
            <a:endParaRPr sz="1800"/>
          </a:p>
          <a:p>
            <a:pPr indent="0" lvl="0" marL="0" rtl="0" algn="l">
              <a:spcBef>
                <a:spcPts val="0"/>
              </a:spcBef>
              <a:spcAft>
                <a:spcPts val="0"/>
              </a:spcAft>
              <a:buNone/>
            </a:pPr>
            <a:r>
              <a:t/>
            </a:r>
            <a:endParaRPr b="1" sz="1800">
              <a:latin typeface="Lexend"/>
              <a:ea typeface="Lexend"/>
              <a:cs typeface="Lexend"/>
              <a:sym typeface="Lexend"/>
            </a:endParaRPr>
          </a:p>
          <a:p>
            <a:pPr indent="0" lvl="0" marL="0" rtl="0" algn="l">
              <a:spcBef>
                <a:spcPts val="0"/>
              </a:spcBef>
              <a:spcAft>
                <a:spcPts val="0"/>
              </a:spcAft>
              <a:buNone/>
            </a:pPr>
            <a:r>
              <a:rPr b="1" lang="en" sz="1800">
                <a:latin typeface="Lexend"/>
                <a:ea typeface="Lexend"/>
                <a:cs typeface="Lexend"/>
                <a:sym typeface="Lexend"/>
              </a:rPr>
              <a:t>Has work been done on this subject before?</a:t>
            </a:r>
            <a:endParaRPr sz="1800"/>
          </a:p>
          <a:p>
            <a:pPr indent="0" lvl="0" marL="0" rtl="0" algn="l">
              <a:spcBef>
                <a:spcPts val="0"/>
              </a:spcBef>
              <a:spcAft>
                <a:spcPts val="0"/>
              </a:spcAft>
              <a:buNone/>
            </a:pPr>
            <a:r>
              <a:rPr lang="en" sz="1800"/>
              <a:t>Lee and Watkins(2016) found perceived similarity to be an influencing factor upon the development of parasocial relationships which in turn affects consumer behavior. There also have been other works done on similar subject matter.</a:t>
            </a:r>
            <a:endParaRPr sz="1800"/>
          </a:p>
          <a:p>
            <a:pPr indent="0" lvl="0" marL="0" rtl="0" algn="l">
              <a:spcBef>
                <a:spcPts val="0"/>
              </a:spcBef>
              <a:spcAft>
                <a:spcPts val="0"/>
              </a:spcAft>
              <a:buNone/>
            </a:pPr>
            <a:r>
              <a:t/>
            </a:r>
            <a:endParaRPr b="1">
              <a:latin typeface="Lexend"/>
              <a:ea typeface="Lexend"/>
              <a:cs typeface="Lexend"/>
              <a:sym typeface="Lexend"/>
            </a:endParaRPr>
          </a:p>
          <a:p>
            <a:pPr indent="0" lvl="0" marL="0" rtl="0" algn="l">
              <a:spcBef>
                <a:spcPts val="0"/>
              </a:spcBef>
              <a:spcAft>
                <a:spcPts val="0"/>
              </a:spcAft>
              <a:buNone/>
            </a:pPr>
            <a:r>
              <a:t/>
            </a:r>
            <a:endParaRPr b="1">
              <a:latin typeface="Lexend"/>
              <a:ea typeface="Lexend"/>
              <a:cs typeface="Lexend"/>
              <a:sym typeface="Lexend"/>
            </a:endParaRPr>
          </a:p>
        </p:txBody>
      </p:sp>
      <p:sp>
        <p:nvSpPr>
          <p:cNvPr id="1896" name="Google Shape;1896;p34"/>
          <p:cNvSpPr txBox="1"/>
          <p:nvPr>
            <p:ph idx="1" type="body"/>
          </p:nvPr>
        </p:nvSpPr>
        <p:spPr>
          <a:xfrm>
            <a:off x="7509125" y="-39600"/>
            <a:ext cx="1524900" cy="431100"/>
          </a:xfrm>
          <a:prstGeom prst="rect">
            <a:avLst/>
          </a:prstGeom>
        </p:spPr>
        <p:txBody>
          <a:bodyPr anchorCtr="0" anchor="t" bIns="91425" lIns="91425" spcFirstLastPara="1" rIns="91425" wrap="square" tIns="91425">
            <a:spAutoFit/>
          </a:bodyPr>
          <a:lstStyle/>
          <a:p>
            <a:pPr indent="0" lvl="0" marL="0" rtl="0" algn="r">
              <a:spcBef>
                <a:spcPts val="0"/>
              </a:spcBef>
              <a:spcAft>
                <a:spcPts val="0"/>
              </a:spcAft>
              <a:buClr>
                <a:schemeClr val="dk1"/>
              </a:buClr>
              <a:buSzPts val="1100"/>
              <a:buNone/>
            </a:pPr>
            <a:r>
              <a:rPr lang="en"/>
              <a:t>DATE</a:t>
            </a:r>
            <a:endParaRPr/>
          </a:p>
          <a:p>
            <a:pPr indent="0" lvl="0" marL="0" rtl="0" algn="r">
              <a:spcBef>
                <a:spcPts val="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0" name="Shape 1900"/>
        <p:cNvGrpSpPr/>
        <p:nvPr/>
      </p:nvGrpSpPr>
      <p:grpSpPr>
        <a:xfrm>
          <a:off x="0" y="0"/>
          <a:ext cx="0" cy="0"/>
          <a:chOff x="0" y="0"/>
          <a:chExt cx="0" cy="0"/>
        </a:xfrm>
      </p:grpSpPr>
      <p:sp>
        <p:nvSpPr>
          <p:cNvPr id="1901" name="Google Shape;1901;p35"/>
          <p:cNvSpPr/>
          <p:nvPr/>
        </p:nvSpPr>
        <p:spPr>
          <a:xfrm>
            <a:off x="364825" y="2315515"/>
            <a:ext cx="3873000" cy="2458200"/>
          </a:xfrm>
          <a:prstGeom prst="roundRect">
            <a:avLst>
              <a:gd fmla="val 4803" name="adj"/>
            </a:avLst>
          </a:prstGeom>
          <a:solidFill>
            <a:schemeClr val="lt2"/>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02" name="Google Shape;1902;p35"/>
          <p:cNvSpPr/>
          <p:nvPr/>
        </p:nvSpPr>
        <p:spPr>
          <a:xfrm>
            <a:off x="4828700" y="2315515"/>
            <a:ext cx="3873000" cy="2458200"/>
          </a:xfrm>
          <a:prstGeom prst="roundRect">
            <a:avLst>
              <a:gd fmla="val 4803" name="adj"/>
            </a:avLst>
          </a:prstGeom>
          <a:solidFill>
            <a:schemeClr val="lt2"/>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1903" name="Google Shape;1903;p35"/>
          <p:cNvGrpSpPr/>
          <p:nvPr/>
        </p:nvGrpSpPr>
        <p:grpSpPr>
          <a:xfrm>
            <a:off x="4922013" y="2416840"/>
            <a:ext cx="277873" cy="68400"/>
            <a:chOff x="5024113" y="2416840"/>
            <a:chExt cx="277873" cy="68400"/>
          </a:xfrm>
        </p:grpSpPr>
        <p:sp>
          <p:nvSpPr>
            <p:cNvPr id="1904" name="Google Shape;1904;p35"/>
            <p:cNvSpPr/>
            <p:nvPr/>
          </p:nvSpPr>
          <p:spPr>
            <a:xfrm>
              <a:off x="5024113" y="2416840"/>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05" name="Google Shape;1905;p35"/>
            <p:cNvSpPr/>
            <p:nvPr/>
          </p:nvSpPr>
          <p:spPr>
            <a:xfrm>
              <a:off x="5128849" y="2416840"/>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06" name="Google Shape;1906;p35"/>
            <p:cNvSpPr/>
            <p:nvPr/>
          </p:nvSpPr>
          <p:spPr>
            <a:xfrm>
              <a:off x="5233585" y="2416840"/>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1907" name="Google Shape;1907;p35"/>
          <p:cNvGrpSpPr/>
          <p:nvPr/>
        </p:nvGrpSpPr>
        <p:grpSpPr>
          <a:xfrm>
            <a:off x="422950" y="2416840"/>
            <a:ext cx="277873" cy="68400"/>
            <a:chOff x="411700" y="2416840"/>
            <a:chExt cx="277873" cy="68400"/>
          </a:xfrm>
        </p:grpSpPr>
        <p:sp>
          <p:nvSpPr>
            <p:cNvPr id="1908" name="Google Shape;1908;p35"/>
            <p:cNvSpPr/>
            <p:nvPr/>
          </p:nvSpPr>
          <p:spPr>
            <a:xfrm>
              <a:off x="411700" y="2416840"/>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09" name="Google Shape;1909;p35"/>
            <p:cNvSpPr/>
            <p:nvPr/>
          </p:nvSpPr>
          <p:spPr>
            <a:xfrm>
              <a:off x="516436" y="2416840"/>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10" name="Google Shape;1910;p35"/>
            <p:cNvSpPr/>
            <p:nvPr/>
          </p:nvSpPr>
          <p:spPr>
            <a:xfrm>
              <a:off x="621173" y="2416840"/>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911" name="Google Shape;1911;p35"/>
          <p:cNvSpPr txBox="1"/>
          <p:nvPr>
            <p:ph idx="4" type="subTitle"/>
          </p:nvPr>
        </p:nvSpPr>
        <p:spPr>
          <a:xfrm>
            <a:off x="354925" y="2548200"/>
            <a:ext cx="3891900" cy="18009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 sz="2100"/>
              <a:t>Populations with a higher sense of perceived similarity to an artist does not lead to a greater willingness to support the artist.</a:t>
            </a:r>
            <a:endParaRPr sz="2100"/>
          </a:p>
        </p:txBody>
      </p:sp>
      <p:sp>
        <p:nvSpPr>
          <p:cNvPr id="1912" name="Google Shape;1912;p35"/>
          <p:cNvSpPr txBox="1"/>
          <p:nvPr>
            <p:ph idx="5" type="subTitle"/>
          </p:nvPr>
        </p:nvSpPr>
        <p:spPr>
          <a:xfrm>
            <a:off x="4819250" y="2548200"/>
            <a:ext cx="3891900" cy="19857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 sz="2100"/>
              <a:t>Populations with a higher sense of perceived similarity to an artist leads to greater willingness to support the artist.</a:t>
            </a:r>
            <a:endParaRPr sz="2100"/>
          </a:p>
          <a:p>
            <a:pPr indent="0" lvl="0" marL="0" rtl="0" algn="l">
              <a:lnSpc>
                <a:spcPct val="100000"/>
              </a:lnSpc>
              <a:spcBef>
                <a:spcPts val="0"/>
              </a:spcBef>
              <a:spcAft>
                <a:spcPts val="0"/>
              </a:spcAft>
              <a:buNone/>
            </a:pPr>
            <a:r>
              <a:t/>
            </a:r>
            <a:endParaRPr/>
          </a:p>
        </p:txBody>
      </p:sp>
      <p:sp>
        <p:nvSpPr>
          <p:cNvPr id="1913" name="Google Shape;1913;p35"/>
          <p:cNvSpPr txBox="1"/>
          <p:nvPr>
            <p:ph type="title"/>
          </p:nvPr>
        </p:nvSpPr>
        <p:spPr>
          <a:xfrm>
            <a:off x="209775" y="468575"/>
            <a:ext cx="7556400" cy="849600"/>
          </a:xfrm>
          <a:prstGeom prst="rect">
            <a:avLst/>
          </a:prstGeom>
        </p:spPr>
        <p:txBody>
          <a:bodyPr anchorCtr="0" anchor="t" bIns="91425" lIns="91425" spcFirstLastPara="1" rIns="91425" wrap="square" tIns="91425">
            <a:spAutoFit/>
          </a:bodyPr>
          <a:lstStyle/>
          <a:p>
            <a:pPr indent="0" lvl="0" marL="0" rtl="0" algn="l">
              <a:lnSpc>
                <a:spcPct val="90000"/>
              </a:lnSpc>
              <a:spcBef>
                <a:spcPts val="0"/>
              </a:spcBef>
              <a:spcAft>
                <a:spcPts val="0"/>
              </a:spcAft>
              <a:buClr>
                <a:schemeClr val="dk1"/>
              </a:buClr>
              <a:buSzPts val="1100"/>
              <a:buFont typeface="Arial"/>
              <a:buNone/>
            </a:pPr>
            <a:r>
              <a:rPr lang="en"/>
              <a:t>Hypothesis</a:t>
            </a:r>
            <a:r>
              <a:rPr lang="en"/>
              <a:t> A</a:t>
            </a:r>
            <a:endParaRPr/>
          </a:p>
        </p:txBody>
      </p:sp>
      <p:sp>
        <p:nvSpPr>
          <p:cNvPr id="1914" name="Google Shape;1914;p35"/>
          <p:cNvSpPr txBox="1"/>
          <p:nvPr>
            <p:ph idx="2" type="body"/>
          </p:nvPr>
        </p:nvSpPr>
        <p:spPr>
          <a:xfrm>
            <a:off x="167325" y="-39600"/>
            <a:ext cx="1169700" cy="4311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None/>
            </a:pPr>
            <a:r>
              <a:rPr b="1" lang="en"/>
              <a:t>Name </a:t>
            </a:r>
            <a:endParaRPr/>
          </a:p>
          <a:p>
            <a:pPr indent="0" lvl="0" marL="0" rtl="0" algn="l">
              <a:spcBef>
                <a:spcPts val="0"/>
              </a:spcBef>
              <a:spcAft>
                <a:spcPts val="0"/>
              </a:spcAft>
              <a:buNone/>
            </a:pPr>
            <a:r>
              <a:t/>
            </a:r>
            <a:endParaRPr/>
          </a:p>
        </p:txBody>
      </p:sp>
      <p:sp>
        <p:nvSpPr>
          <p:cNvPr id="1915" name="Google Shape;1915;p35"/>
          <p:cNvSpPr txBox="1"/>
          <p:nvPr>
            <p:ph idx="3" type="body"/>
          </p:nvPr>
        </p:nvSpPr>
        <p:spPr>
          <a:xfrm>
            <a:off x="940775" y="-39600"/>
            <a:ext cx="3810300" cy="4311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
              <a:t>Department    Course Number    Section    Time    Location</a:t>
            </a:r>
            <a:endParaRPr/>
          </a:p>
          <a:p>
            <a:pPr indent="0" lvl="0" marL="0" rtl="0" algn="l">
              <a:spcBef>
                <a:spcPts val="0"/>
              </a:spcBef>
              <a:spcAft>
                <a:spcPts val="0"/>
              </a:spcAft>
              <a:buNone/>
            </a:pPr>
            <a:r>
              <a:t/>
            </a:r>
            <a:endParaRPr/>
          </a:p>
        </p:txBody>
      </p:sp>
      <p:sp>
        <p:nvSpPr>
          <p:cNvPr id="1916" name="Google Shape;1916;p35"/>
          <p:cNvSpPr/>
          <p:nvPr/>
        </p:nvSpPr>
        <p:spPr>
          <a:xfrm>
            <a:off x="4922025" y="1552352"/>
            <a:ext cx="1953600" cy="630300"/>
          </a:xfrm>
          <a:prstGeom prst="roundRect">
            <a:avLst>
              <a:gd fmla="val 50000"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chemeClr val="dk1"/>
                </a:solidFill>
                <a:latin typeface="Lexend"/>
                <a:ea typeface="Lexend"/>
                <a:cs typeface="Lexend"/>
                <a:sym typeface="Lexend"/>
              </a:rPr>
              <a:t>Alt</a:t>
            </a:r>
            <a:endParaRPr sz="2400">
              <a:solidFill>
                <a:schemeClr val="dk1"/>
              </a:solidFill>
              <a:latin typeface="Lexend"/>
              <a:ea typeface="Lexend"/>
              <a:cs typeface="Lexend"/>
              <a:sym typeface="Lexend"/>
            </a:endParaRPr>
          </a:p>
        </p:txBody>
      </p:sp>
      <p:sp>
        <p:nvSpPr>
          <p:cNvPr id="1917" name="Google Shape;1917;p35"/>
          <p:cNvSpPr/>
          <p:nvPr/>
        </p:nvSpPr>
        <p:spPr>
          <a:xfrm>
            <a:off x="422953" y="1552363"/>
            <a:ext cx="1953600" cy="6303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chemeClr val="dk1"/>
                </a:solidFill>
                <a:latin typeface="Lexend"/>
                <a:ea typeface="Lexend"/>
                <a:cs typeface="Lexend"/>
                <a:sym typeface="Lexend"/>
              </a:rPr>
              <a:t>Null</a:t>
            </a:r>
            <a:endParaRPr sz="2400">
              <a:solidFill>
                <a:schemeClr val="dk1"/>
              </a:solidFill>
              <a:latin typeface="Lexend"/>
              <a:ea typeface="Lexend"/>
              <a:cs typeface="Lexend"/>
              <a:sym typeface="Lexend"/>
            </a:endParaRPr>
          </a:p>
        </p:txBody>
      </p:sp>
      <p:sp>
        <p:nvSpPr>
          <p:cNvPr id="1918" name="Google Shape;1918;p35"/>
          <p:cNvSpPr txBox="1"/>
          <p:nvPr>
            <p:ph idx="1" type="body"/>
          </p:nvPr>
        </p:nvSpPr>
        <p:spPr>
          <a:xfrm>
            <a:off x="7509125" y="-39600"/>
            <a:ext cx="1524900" cy="431100"/>
          </a:xfrm>
          <a:prstGeom prst="rect">
            <a:avLst/>
          </a:prstGeom>
        </p:spPr>
        <p:txBody>
          <a:bodyPr anchorCtr="0" anchor="t" bIns="91425" lIns="91425" spcFirstLastPara="1" rIns="91425" wrap="square" tIns="91425">
            <a:spAutoFit/>
          </a:bodyPr>
          <a:lstStyle/>
          <a:p>
            <a:pPr indent="0" lvl="0" marL="0" rtl="0" algn="r">
              <a:spcBef>
                <a:spcPts val="0"/>
              </a:spcBef>
              <a:spcAft>
                <a:spcPts val="0"/>
              </a:spcAft>
              <a:buClr>
                <a:schemeClr val="dk1"/>
              </a:buClr>
              <a:buSzPts val="1100"/>
              <a:buNone/>
            </a:pPr>
            <a:r>
              <a:rPr lang="en"/>
              <a:t>DATE</a:t>
            </a:r>
            <a:endParaRPr/>
          </a:p>
          <a:p>
            <a:pPr indent="0" lvl="0" marL="0" rtl="0" algn="r">
              <a:spcBef>
                <a:spcPts val="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2" name="Shape 1922"/>
        <p:cNvGrpSpPr/>
        <p:nvPr/>
      </p:nvGrpSpPr>
      <p:grpSpPr>
        <a:xfrm>
          <a:off x="0" y="0"/>
          <a:ext cx="0" cy="0"/>
          <a:chOff x="0" y="0"/>
          <a:chExt cx="0" cy="0"/>
        </a:xfrm>
      </p:grpSpPr>
      <p:sp>
        <p:nvSpPr>
          <p:cNvPr id="1923" name="Google Shape;1923;p36"/>
          <p:cNvSpPr/>
          <p:nvPr/>
        </p:nvSpPr>
        <p:spPr>
          <a:xfrm>
            <a:off x="364825" y="2315515"/>
            <a:ext cx="3873000" cy="2458200"/>
          </a:xfrm>
          <a:prstGeom prst="roundRect">
            <a:avLst>
              <a:gd fmla="val 4803" name="adj"/>
            </a:avLst>
          </a:prstGeom>
          <a:solidFill>
            <a:schemeClr val="lt2"/>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24" name="Google Shape;1924;p36"/>
          <p:cNvSpPr/>
          <p:nvPr/>
        </p:nvSpPr>
        <p:spPr>
          <a:xfrm>
            <a:off x="4828700" y="2315515"/>
            <a:ext cx="3873000" cy="2458200"/>
          </a:xfrm>
          <a:prstGeom prst="roundRect">
            <a:avLst>
              <a:gd fmla="val 4803" name="adj"/>
            </a:avLst>
          </a:prstGeom>
          <a:solidFill>
            <a:schemeClr val="lt2"/>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1925" name="Google Shape;1925;p36"/>
          <p:cNvGrpSpPr/>
          <p:nvPr/>
        </p:nvGrpSpPr>
        <p:grpSpPr>
          <a:xfrm>
            <a:off x="4922013" y="2416840"/>
            <a:ext cx="277873" cy="68400"/>
            <a:chOff x="5024113" y="2416840"/>
            <a:chExt cx="277873" cy="68400"/>
          </a:xfrm>
        </p:grpSpPr>
        <p:sp>
          <p:nvSpPr>
            <p:cNvPr id="1926" name="Google Shape;1926;p36"/>
            <p:cNvSpPr/>
            <p:nvPr/>
          </p:nvSpPr>
          <p:spPr>
            <a:xfrm>
              <a:off x="5024113" y="2416840"/>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27" name="Google Shape;1927;p36"/>
            <p:cNvSpPr/>
            <p:nvPr/>
          </p:nvSpPr>
          <p:spPr>
            <a:xfrm>
              <a:off x="5128849" y="2416840"/>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28" name="Google Shape;1928;p36"/>
            <p:cNvSpPr/>
            <p:nvPr/>
          </p:nvSpPr>
          <p:spPr>
            <a:xfrm>
              <a:off x="5233585" y="2416840"/>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1929" name="Google Shape;1929;p36"/>
          <p:cNvGrpSpPr/>
          <p:nvPr/>
        </p:nvGrpSpPr>
        <p:grpSpPr>
          <a:xfrm>
            <a:off x="422950" y="2416840"/>
            <a:ext cx="277873" cy="68400"/>
            <a:chOff x="411700" y="2416840"/>
            <a:chExt cx="277873" cy="68400"/>
          </a:xfrm>
        </p:grpSpPr>
        <p:sp>
          <p:nvSpPr>
            <p:cNvPr id="1930" name="Google Shape;1930;p36"/>
            <p:cNvSpPr/>
            <p:nvPr/>
          </p:nvSpPr>
          <p:spPr>
            <a:xfrm>
              <a:off x="411700" y="2416840"/>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31" name="Google Shape;1931;p36"/>
            <p:cNvSpPr/>
            <p:nvPr/>
          </p:nvSpPr>
          <p:spPr>
            <a:xfrm>
              <a:off x="516436" y="2416840"/>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32" name="Google Shape;1932;p36"/>
            <p:cNvSpPr/>
            <p:nvPr/>
          </p:nvSpPr>
          <p:spPr>
            <a:xfrm>
              <a:off x="621173" y="2416840"/>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933" name="Google Shape;1933;p36"/>
          <p:cNvSpPr txBox="1"/>
          <p:nvPr>
            <p:ph idx="4" type="subTitle"/>
          </p:nvPr>
        </p:nvSpPr>
        <p:spPr>
          <a:xfrm>
            <a:off x="354925" y="2548200"/>
            <a:ext cx="3891900" cy="1800900"/>
          </a:xfrm>
          <a:prstGeom prst="rect">
            <a:avLst/>
          </a:prstGeom>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en" sz="2100"/>
              <a:t>Populations with a higher sense of perceived similarity to an artist doesn’t </a:t>
            </a:r>
            <a:r>
              <a:rPr lang="en" sz="2100"/>
              <a:t>necessarily</a:t>
            </a:r>
            <a:r>
              <a:rPr lang="en" sz="2100"/>
              <a:t> lead to increased listening of the artist.</a:t>
            </a:r>
            <a:endParaRPr sz="2100"/>
          </a:p>
        </p:txBody>
      </p:sp>
      <p:sp>
        <p:nvSpPr>
          <p:cNvPr id="1934" name="Google Shape;1934;p36"/>
          <p:cNvSpPr txBox="1"/>
          <p:nvPr>
            <p:ph idx="5" type="subTitle"/>
          </p:nvPr>
        </p:nvSpPr>
        <p:spPr>
          <a:xfrm>
            <a:off x="4819250" y="2548200"/>
            <a:ext cx="3891900" cy="18009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sz="2100"/>
              <a:t>Populations with a higher sense of </a:t>
            </a:r>
            <a:r>
              <a:rPr lang="en" sz="2100"/>
              <a:t>perceived</a:t>
            </a:r>
            <a:r>
              <a:rPr lang="en" sz="2100"/>
              <a:t> similarity to an artist leads to increased listening of the artist.</a:t>
            </a:r>
            <a:endParaRPr sz="2100"/>
          </a:p>
        </p:txBody>
      </p:sp>
      <p:sp>
        <p:nvSpPr>
          <p:cNvPr id="1935" name="Google Shape;1935;p36"/>
          <p:cNvSpPr txBox="1"/>
          <p:nvPr>
            <p:ph type="title"/>
          </p:nvPr>
        </p:nvSpPr>
        <p:spPr>
          <a:xfrm>
            <a:off x="209775" y="468575"/>
            <a:ext cx="7556400" cy="849600"/>
          </a:xfrm>
          <a:prstGeom prst="rect">
            <a:avLst/>
          </a:prstGeom>
        </p:spPr>
        <p:txBody>
          <a:bodyPr anchorCtr="0" anchor="t" bIns="91425" lIns="91425" spcFirstLastPara="1" rIns="91425" wrap="square" tIns="91425">
            <a:spAutoFit/>
          </a:bodyPr>
          <a:lstStyle/>
          <a:p>
            <a:pPr indent="0" lvl="0" marL="0" rtl="0" algn="l">
              <a:lnSpc>
                <a:spcPct val="90000"/>
              </a:lnSpc>
              <a:spcBef>
                <a:spcPts val="0"/>
              </a:spcBef>
              <a:spcAft>
                <a:spcPts val="0"/>
              </a:spcAft>
              <a:buClr>
                <a:schemeClr val="dk1"/>
              </a:buClr>
              <a:buSzPts val="1100"/>
              <a:buFont typeface="Arial"/>
              <a:buNone/>
            </a:pPr>
            <a:r>
              <a:rPr lang="en"/>
              <a:t>Hypothesis B </a:t>
            </a:r>
            <a:endParaRPr/>
          </a:p>
        </p:txBody>
      </p:sp>
      <p:sp>
        <p:nvSpPr>
          <p:cNvPr id="1936" name="Google Shape;1936;p36"/>
          <p:cNvSpPr txBox="1"/>
          <p:nvPr>
            <p:ph idx="2" type="body"/>
          </p:nvPr>
        </p:nvSpPr>
        <p:spPr>
          <a:xfrm>
            <a:off x="167325" y="-39600"/>
            <a:ext cx="1169700" cy="4311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None/>
            </a:pPr>
            <a:r>
              <a:rPr b="1" lang="en"/>
              <a:t>Name </a:t>
            </a:r>
            <a:endParaRPr/>
          </a:p>
          <a:p>
            <a:pPr indent="0" lvl="0" marL="0" rtl="0" algn="l">
              <a:spcBef>
                <a:spcPts val="0"/>
              </a:spcBef>
              <a:spcAft>
                <a:spcPts val="0"/>
              </a:spcAft>
              <a:buNone/>
            </a:pPr>
            <a:r>
              <a:t/>
            </a:r>
            <a:endParaRPr/>
          </a:p>
        </p:txBody>
      </p:sp>
      <p:sp>
        <p:nvSpPr>
          <p:cNvPr id="1937" name="Google Shape;1937;p36"/>
          <p:cNvSpPr txBox="1"/>
          <p:nvPr>
            <p:ph idx="3" type="body"/>
          </p:nvPr>
        </p:nvSpPr>
        <p:spPr>
          <a:xfrm>
            <a:off x="940775" y="-39600"/>
            <a:ext cx="3810300" cy="4311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
              <a:t>Department    Course Number    Section    Time    Location</a:t>
            </a:r>
            <a:endParaRPr/>
          </a:p>
          <a:p>
            <a:pPr indent="0" lvl="0" marL="0" rtl="0" algn="l">
              <a:spcBef>
                <a:spcPts val="0"/>
              </a:spcBef>
              <a:spcAft>
                <a:spcPts val="0"/>
              </a:spcAft>
              <a:buNone/>
            </a:pPr>
            <a:r>
              <a:t/>
            </a:r>
            <a:endParaRPr/>
          </a:p>
        </p:txBody>
      </p:sp>
      <p:sp>
        <p:nvSpPr>
          <p:cNvPr id="1938" name="Google Shape;1938;p36"/>
          <p:cNvSpPr/>
          <p:nvPr/>
        </p:nvSpPr>
        <p:spPr>
          <a:xfrm>
            <a:off x="4922025" y="1552352"/>
            <a:ext cx="1953600" cy="630300"/>
          </a:xfrm>
          <a:prstGeom prst="roundRect">
            <a:avLst>
              <a:gd fmla="val 50000"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chemeClr val="dk1"/>
                </a:solidFill>
                <a:latin typeface="Lexend"/>
                <a:ea typeface="Lexend"/>
                <a:cs typeface="Lexend"/>
                <a:sym typeface="Lexend"/>
              </a:rPr>
              <a:t>Alt</a:t>
            </a:r>
            <a:endParaRPr sz="2400">
              <a:solidFill>
                <a:schemeClr val="dk1"/>
              </a:solidFill>
              <a:latin typeface="Lexend"/>
              <a:ea typeface="Lexend"/>
              <a:cs typeface="Lexend"/>
              <a:sym typeface="Lexend"/>
            </a:endParaRPr>
          </a:p>
        </p:txBody>
      </p:sp>
      <p:sp>
        <p:nvSpPr>
          <p:cNvPr id="1939" name="Google Shape;1939;p36"/>
          <p:cNvSpPr/>
          <p:nvPr/>
        </p:nvSpPr>
        <p:spPr>
          <a:xfrm>
            <a:off x="422953" y="1552350"/>
            <a:ext cx="1953600" cy="6303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chemeClr val="dk1"/>
                </a:solidFill>
                <a:latin typeface="Lexend"/>
                <a:ea typeface="Lexend"/>
                <a:cs typeface="Lexend"/>
                <a:sym typeface="Lexend"/>
              </a:rPr>
              <a:t>Null</a:t>
            </a:r>
            <a:endParaRPr sz="2400">
              <a:solidFill>
                <a:schemeClr val="dk1"/>
              </a:solidFill>
              <a:latin typeface="Lexend"/>
              <a:ea typeface="Lexend"/>
              <a:cs typeface="Lexend"/>
              <a:sym typeface="Lexend"/>
            </a:endParaRPr>
          </a:p>
        </p:txBody>
      </p:sp>
      <p:sp>
        <p:nvSpPr>
          <p:cNvPr id="1940" name="Google Shape;1940;p36"/>
          <p:cNvSpPr txBox="1"/>
          <p:nvPr>
            <p:ph idx="1" type="body"/>
          </p:nvPr>
        </p:nvSpPr>
        <p:spPr>
          <a:xfrm>
            <a:off x="7509125" y="-39600"/>
            <a:ext cx="1524900" cy="431100"/>
          </a:xfrm>
          <a:prstGeom prst="rect">
            <a:avLst/>
          </a:prstGeom>
        </p:spPr>
        <p:txBody>
          <a:bodyPr anchorCtr="0" anchor="t" bIns="91425" lIns="91425" spcFirstLastPara="1" rIns="91425" wrap="square" tIns="91425">
            <a:spAutoFit/>
          </a:bodyPr>
          <a:lstStyle/>
          <a:p>
            <a:pPr indent="0" lvl="0" marL="0" rtl="0" algn="r">
              <a:spcBef>
                <a:spcPts val="0"/>
              </a:spcBef>
              <a:spcAft>
                <a:spcPts val="0"/>
              </a:spcAft>
              <a:buClr>
                <a:schemeClr val="dk1"/>
              </a:buClr>
              <a:buSzPts val="1100"/>
              <a:buNone/>
            </a:pPr>
            <a:r>
              <a:rPr lang="en"/>
              <a:t>DATE</a:t>
            </a:r>
            <a:endParaRPr/>
          </a:p>
          <a:p>
            <a:pPr indent="0" lvl="0" marL="0" rtl="0" algn="r">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4" name="Shape 1944"/>
        <p:cNvGrpSpPr/>
        <p:nvPr/>
      </p:nvGrpSpPr>
      <p:grpSpPr>
        <a:xfrm>
          <a:off x="0" y="0"/>
          <a:ext cx="0" cy="0"/>
          <a:chOff x="0" y="0"/>
          <a:chExt cx="0" cy="0"/>
        </a:xfrm>
      </p:grpSpPr>
      <p:sp>
        <p:nvSpPr>
          <p:cNvPr id="1945" name="Google Shape;1945;p37"/>
          <p:cNvSpPr/>
          <p:nvPr/>
        </p:nvSpPr>
        <p:spPr>
          <a:xfrm>
            <a:off x="341525" y="2319607"/>
            <a:ext cx="4059600" cy="1914600"/>
          </a:xfrm>
          <a:prstGeom prst="roundRect">
            <a:avLst>
              <a:gd fmla="val 4803" name="adj"/>
            </a:avLst>
          </a:prstGeom>
          <a:solidFill>
            <a:schemeClr val="lt2"/>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1946" name="Google Shape;1946;p37"/>
          <p:cNvGrpSpPr/>
          <p:nvPr/>
        </p:nvGrpSpPr>
        <p:grpSpPr>
          <a:xfrm>
            <a:off x="411700" y="2420932"/>
            <a:ext cx="277873" cy="68400"/>
            <a:chOff x="411700" y="2420932"/>
            <a:chExt cx="277873" cy="68400"/>
          </a:xfrm>
        </p:grpSpPr>
        <p:sp>
          <p:nvSpPr>
            <p:cNvPr id="1947" name="Google Shape;1947;p37"/>
            <p:cNvSpPr/>
            <p:nvPr/>
          </p:nvSpPr>
          <p:spPr>
            <a:xfrm>
              <a:off x="411700" y="2420932"/>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48" name="Google Shape;1948;p37"/>
            <p:cNvSpPr/>
            <p:nvPr/>
          </p:nvSpPr>
          <p:spPr>
            <a:xfrm>
              <a:off x="516436" y="2420932"/>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49" name="Google Shape;1949;p37"/>
            <p:cNvSpPr/>
            <p:nvPr/>
          </p:nvSpPr>
          <p:spPr>
            <a:xfrm>
              <a:off x="621173" y="2420932"/>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950" name="Google Shape;1950;p37"/>
          <p:cNvSpPr txBox="1"/>
          <p:nvPr>
            <p:ph idx="2" type="body"/>
          </p:nvPr>
        </p:nvSpPr>
        <p:spPr>
          <a:xfrm>
            <a:off x="167325" y="-39600"/>
            <a:ext cx="1169700" cy="4311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None/>
            </a:pPr>
            <a:r>
              <a:rPr b="1" lang="en"/>
              <a:t>Name </a:t>
            </a:r>
            <a:endParaRPr/>
          </a:p>
          <a:p>
            <a:pPr indent="0" lvl="0" marL="0" rtl="0" algn="l">
              <a:spcBef>
                <a:spcPts val="0"/>
              </a:spcBef>
              <a:spcAft>
                <a:spcPts val="0"/>
              </a:spcAft>
              <a:buNone/>
            </a:pPr>
            <a:r>
              <a:t/>
            </a:r>
            <a:endParaRPr/>
          </a:p>
        </p:txBody>
      </p:sp>
      <p:sp>
        <p:nvSpPr>
          <p:cNvPr id="1951" name="Google Shape;1951;p37"/>
          <p:cNvSpPr txBox="1"/>
          <p:nvPr>
            <p:ph idx="3" type="body"/>
          </p:nvPr>
        </p:nvSpPr>
        <p:spPr>
          <a:xfrm>
            <a:off x="940775" y="-39600"/>
            <a:ext cx="3810300" cy="4311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
              <a:t>Department    Course Number    Section    Time    Location</a:t>
            </a:r>
            <a:endParaRPr/>
          </a:p>
          <a:p>
            <a:pPr indent="0" lvl="0" marL="0" rtl="0" algn="l">
              <a:spcBef>
                <a:spcPts val="0"/>
              </a:spcBef>
              <a:spcAft>
                <a:spcPts val="0"/>
              </a:spcAft>
              <a:buNone/>
            </a:pPr>
            <a:r>
              <a:t/>
            </a:r>
            <a:endParaRPr/>
          </a:p>
        </p:txBody>
      </p:sp>
      <p:sp>
        <p:nvSpPr>
          <p:cNvPr id="1952" name="Google Shape;1952;p37"/>
          <p:cNvSpPr/>
          <p:nvPr/>
        </p:nvSpPr>
        <p:spPr>
          <a:xfrm>
            <a:off x="341528" y="1539755"/>
            <a:ext cx="1953600" cy="630300"/>
          </a:xfrm>
          <a:prstGeom prst="roundRect">
            <a:avLst>
              <a:gd fmla="val 50000"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chemeClr val="dk1"/>
                </a:solidFill>
                <a:latin typeface="Lexend"/>
                <a:ea typeface="Lexend"/>
                <a:cs typeface="Lexend"/>
                <a:sym typeface="Lexend"/>
              </a:rPr>
              <a:t>Outline</a:t>
            </a:r>
            <a:endParaRPr sz="2400">
              <a:solidFill>
                <a:schemeClr val="dk1"/>
              </a:solidFill>
              <a:latin typeface="Lexend"/>
              <a:ea typeface="Lexend"/>
              <a:cs typeface="Lexend"/>
              <a:sym typeface="Lexend"/>
            </a:endParaRPr>
          </a:p>
        </p:txBody>
      </p:sp>
      <p:pic>
        <p:nvPicPr>
          <p:cNvPr id="1953" name="Google Shape;1953;p37"/>
          <p:cNvPicPr preferRelativeResize="0"/>
          <p:nvPr/>
        </p:nvPicPr>
        <p:blipFill>
          <a:blip r:embed="rId3">
            <a:alphaModFix/>
          </a:blip>
          <a:stretch>
            <a:fillRect/>
          </a:stretch>
        </p:blipFill>
        <p:spPr>
          <a:xfrm>
            <a:off x="6018925" y="2222000"/>
            <a:ext cx="2590875" cy="2590875"/>
          </a:xfrm>
          <a:prstGeom prst="rect">
            <a:avLst/>
          </a:prstGeom>
          <a:noFill/>
          <a:ln>
            <a:noFill/>
          </a:ln>
        </p:spPr>
      </p:pic>
      <p:sp>
        <p:nvSpPr>
          <p:cNvPr id="1954" name="Google Shape;1954;p37"/>
          <p:cNvSpPr txBox="1"/>
          <p:nvPr>
            <p:ph idx="4" type="subTitle"/>
          </p:nvPr>
        </p:nvSpPr>
        <p:spPr>
          <a:xfrm>
            <a:off x="516425" y="2548200"/>
            <a:ext cx="3736200" cy="16623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None/>
            </a:pPr>
            <a:r>
              <a:rPr lang="en" sz="1400"/>
              <a:t>We created a google survey with questions that asked users about their favorite artist and how much they thought they were similar to them. The results were uploaded in a google spreadsheet for us to analyze later. </a:t>
            </a:r>
            <a:endParaRPr sz="1400">
              <a:latin typeface="Lexend SemiBold"/>
              <a:ea typeface="Lexend SemiBold"/>
              <a:cs typeface="Lexend SemiBold"/>
              <a:sym typeface="Lexend SemiBold"/>
            </a:endParaRPr>
          </a:p>
          <a:p>
            <a:pPr indent="0" lvl="0" marL="0" rtl="0" algn="l">
              <a:spcBef>
                <a:spcPts val="0"/>
              </a:spcBef>
              <a:spcAft>
                <a:spcPts val="0"/>
              </a:spcAft>
              <a:buNone/>
            </a:pPr>
            <a:r>
              <a:t/>
            </a:r>
            <a:endParaRPr>
              <a:latin typeface="Lexend SemiBold"/>
              <a:ea typeface="Lexend SemiBold"/>
              <a:cs typeface="Lexend SemiBold"/>
              <a:sym typeface="Lexend SemiBold"/>
            </a:endParaRPr>
          </a:p>
        </p:txBody>
      </p:sp>
      <p:sp>
        <p:nvSpPr>
          <p:cNvPr id="1955" name="Google Shape;1955;p37"/>
          <p:cNvSpPr txBox="1"/>
          <p:nvPr>
            <p:ph type="title"/>
          </p:nvPr>
        </p:nvSpPr>
        <p:spPr>
          <a:xfrm>
            <a:off x="341525" y="540825"/>
            <a:ext cx="7340100" cy="849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Data Collection</a:t>
            </a:r>
            <a:endParaRPr>
              <a:solidFill>
                <a:schemeClr val="lt1"/>
              </a:solidFill>
            </a:endParaRPr>
          </a:p>
        </p:txBody>
      </p:sp>
      <p:sp>
        <p:nvSpPr>
          <p:cNvPr id="1956" name="Google Shape;1956;p37"/>
          <p:cNvSpPr txBox="1"/>
          <p:nvPr>
            <p:ph idx="1" type="body"/>
          </p:nvPr>
        </p:nvSpPr>
        <p:spPr>
          <a:xfrm>
            <a:off x="7509125" y="-39600"/>
            <a:ext cx="1524900" cy="431100"/>
          </a:xfrm>
          <a:prstGeom prst="rect">
            <a:avLst/>
          </a:prstGeom>
        </p:spPr>
        <p:txBody>
          <a:bodyPr anchorCtr="0" anchor="t" bIns="91425" lIns="91425" spcFirstLastPara="1" rIns="91425" wrap="square" tIns="91425">
            <a:spAutoFit/>
          </a:bodyPr>
          <a:lstStyle/>
          <a:p>
            <a:pPr indent="0" lvl="0" marL="0" rtl="0" algn="r">
              <a:spcBef>
                <a:spcPts val="0"/>
              </a:spcBef>
              <a:spcAft>
                <a:spcPts val="0"/>
              </a:spcAft>
              <a:buClr>
                <a:schemeClr val="dk1"/>
              </a:buClr>
              <a:buSzPts val="1100"/>
              <a:buNone/>
            </a:pPr>
            <a:r>
              <a:rPr lang="en"/>
              <a:t>DATE</a:t>
            </a:r>
            <a:endParaRPr/>
          </a:p>
          <a:p>
            <a:pPr indent="0" lvl="0" marL="0" rtl="0" algn="r">
              <a:spcBef>
                <a:spcPts val="0"/>
              </a:spcBef>
              <a:spcAft>
                <a:spcPts val="0"/>
              </a:spcAft>
              <a:buNone/>
            </a:pPr>
            <a:r>
              <a:t/>
            </a:r>
            <a:endParaRPr/>
          </a:p>
        </p:txBody>
      </p:sp>
      <p:grpSp>
        <p:nvGrpSpPr>
          <p:cNvPr id="1957" name="Google Shape;1957;p37"/>
          <p:cNvGrpSpPr/>
          <p:nvPr/>
        </p:nvGrpSpPr>
        <p:grpSpPr>
          <a:xfrm>
            <a:off x="6115450" y="2319607"/>
            <a:ext cx="277873" cy="68400"/>
            <a:chOff x="5202525" y="2420932"/>
            <a:chExt cx="277873" cy="68400"/>
          </a:xfrm>
        </p:grpSpPr>
        <p:sp>
          <p:nvSpPr>
            <p:cNvPr id="1958" name="Google Shape;1958;p37"/>
            <p:cNvSpPr/>
            <p:nvPr/>
          </p:nvSpPr>
          <p:spPr>
            <a:xfrm>
              <a:off x="5202525" y="2420932"/>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476250" rtl="0" algn="ctr">
                <a:spcBef>
                  <a:spcPts val="0"/>
                </a:spcBef>
                <a:spcAft>
                  <a:spcPts val="0"/>
                </a:spcAft>
                <a:buNone/>
              </a:pPr>
              <a:r>
                <a:t/>
              </a:r>
              <a:endParaRPr/>
            </a:p>
          </p:txBody>
        </p:sp>
        <p:sp>
          <p:nvSpPr>
            <p:cNvPr id="1959" name="Google Shape;1959;p37"/>
            <p:cNvSpPr/>
            <p:nvPr/>
          </p:nvSpPr>
          <p:spPr>
            <a:xfrm>
              <a:off x="5307261" y="2420932"/>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476250" rtl="0" algn="ctr">
                <a:spcBef>
                  <a:spcPts val="0"/>
                </a:spcBef>
                <a:spcAft>
                  <a:spcPts val="0"/>
                </a:spcAft>
                <a:buNone/>
              </a:pPr>
              <a:r>
                <a:t/>
              </a:r>
              <a:endParaRPr/>
            </a:p>
          </p:txBody>
        </p:sp>
        <p:sp>
          <p:nvSpPr>
            <p:cNvPr id="1960" name="Google Shape;1960;p37"/>
            <p:cNvSpPr/>
            <p:nvPr/>
          </p:nvSpPr>
          <p:spPr>
            <a:xfrm>
              <a:off x="5411998" y="2420932"/>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476250" rtl="0" algn="ctr">
                <a:spcBef>
                  <a:spcPts val="0"/>
                </a:spcBef>
                <a:spcAft>
                  <a:spcPts val="0"/>
                </a:spcAft>
                <a:buNone/>
              </a:pPr>
              <a:r>
                <a:t/>
              </a: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4" name="Shape 1964"/>
        <p:cNvGrpSpPr/>
        <p:nvPr/>
      </p:nvGrpSpPr>
      <p:grpSpPr>
        <a:xfrm>
          <a:off x="0" y="0"/>
          <a:ext cx="0" cy="0"/>
          <a:chOff x="0" y="0"/>
          <a:chExt cx="0" cy="0"/>
        </a:xfrm>
      </p:grpSpPr>
      <p:sp>
        <p:nvSpPr>
          <p:cNvPr id="1965" name="Google Shape;1965;p38"/>
          <p:cNvSpPr txBox="1"/>
          <p:nvPr>
            <p:ph idx="1" type="body"/>
          </p:nvPr>
        </p:nvSpPr>
        <p:spPr>
          <a:xfrm>
            <a:off x="7895425" y="-39600"/>
            <a:ext cx="1138500" cy="307800"/>
          </a:xfrm>
          <a:prstGeom prst="rect">
            <a:avLst/>
          </a:prstGeom>
        </p:spPr>
        <p:txBody>
          <a:bodyPr anchorCtr="0" anchor="t" bIns="91425" lIns="91425" spcFirstLastPara="1" rIns="91425" wrap="square" tIns="91425">
            <a:spAutoFit/>
          </a:bodyPr>
          <a:lstStyle/>
          <a:p>
            <a:pPr indent="0" lvl="0" marL="0" rtl="0" algn="r">
              <a:spcBef>
                <a:spcPts val="0"/>
              </a:spcBef>
              <a:spcAft>
                <a:spcPts val="0"/>
              </a:spcAft>
              <a:buNone/>
            </a:pPr>
            <a:r>
              <a:t/>
            </a:r>
            <a:endParaRPr/>
          </a:p>
        </p:txBody>
      </p:sp>
      <p:sp>
        <p:nvSpPr>
          <p:cNvPr id="1966" name="Google Shape;1966;p38"/>
          <p:cNvSpPr txBox="1"/>
          <p:nvPr>
            <p:ph idx="2" type="body"/>
          </p:nvPr>
        </p:nvSpPr>
        <p:spPr>
          <a:xfrm>
            <a:off x="167325" y="-39600"/>
            <a:ext cx="1169700" cy="3078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1967" name="Google Shape;1967;p38"/>
          <p:cNvSpPr txBox="1"/>
          <p:nvPr>
            <p:ph idx="3" type="body"/>
          </p:nvPr>
        </p:nvSpPr>
        <p:spPr>
          <a:xfrm>
            <a:off x="940775" y="-39600"/>
            <a:ext cx="3810300" cy="3078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1968" name="Google Shape;1968;p38"/>
          <p:cNvSpPr txBox="1"/>
          <p:nvPr>
            <p:ph idx="4" type="subTitle"/>
          </p:nvPr>
        </p:nvSpPr>
        <p:spPr>
          <a:xfrm>
            <a:off x="445150" y="1318175"/>
            <a:ext cx="8327700" cy="1108200"/>
          </a:xfrm>
          <a:prstGeom prst="rect">
            <a:avLst/>
          </a:prstGeom>
        </p:spPr>
        <p:txBody>
          <a:bodyPr anchorCtr="0" anchor="t" bIns="91425" lIns="91425" spcFirstLastPara="1" rIns="91425" wrap="square" tIns="91425">
            <a:spAutoFit/>
          </a:bodyPr>
          <a:lstStyle/>
          <a:p>
            <a:pPr indent="-304800" lvl="0" marL="457200" rtl="0" algn="l">
              <a:spcBef>
                <a:spcPts val="0"/>
              </a:spcBef>
              <a:spcAft>
                <a:spcPts val="0"/>
              </a:spcAft>
              <a:buSzPts val="1200"/>
              <a:buAutoNum type="arabicPeriod"/>
            </a:pPr>
            <a:r>
              <a:rPr lang="en"/>
              <a:t>factor analysis on relevant subsets</a:t>
            </a:r>
            <a:endParaRPr/>
          </a:p>
          <a:p>
            <a:pPr indent="0" lvl="0" marL="0" rtl="0" algn="l">
              <a:spcBef>
                <a:spcPts val="0"/>
              </a:spcBef>
              <a:spcAft>
                <a:spcPts val="0"/>
              </a:spcAft>
              <a:buClr>
                <a:schemeClr val="dk1"/>
              </a:buClr>
              <a:buSzPts val="1100"/>
              <a:buFont typeface="Arial"/>
              <a:buNone/>
            </a:pPr>
            <a:r>
              <a:t/>
            </a:r>
            <a:endParaRPr/>
          </a:p>
          <a:p>
            <a:pPr indent="-304800" lvl="0" marL="457200" rtl="0" algn="l">
              <a:spcBef>
                <a:spcPts val="0"/>
              </a:spcBef>
              <a:spcAft>
                <a:spcPts val="0"/>
              </a:spcAft>
              <a:buSzPts val="1200"/>
              <a:buAutoNum type="arabicPeriod"/>
            </a:pPr>
            <a:r>
              <a:rPr lang="en"/>
              <a:t>Employed  Bartlett’s test (NIST) and Kaiser-Meyer-Olkin’s test (Fein, Gilmour, Machin and Hendry, 2022) to make sure it was fit for factor analysis.</a:t>
            </a:r>
            <a:endParaRPr/>
          </a:p>
          <a:p>
            <a:pPr indent="0" lvl="0" marL="0" rtl="0" algn="l">
              <a:spcBef>
                <a:spcPts val="0"/>
              </a:spcBef>
              <a:spcAft>
                <a:spcPts val="0"/>
              </a:spcAft>
              <a:buNone/>
            </a:pPr>
            <a:r>
              <a:t/>
            </a:r>
            <a:endParaRPr/>
          </a:p>
        </p:txBody>
      </p:sp>
      <p:sp>
        <p:nvSpPr>
          <p:cNvPr id="1969" name="Google Shape;1969;p38"/>
          <p:cNvSpPr txBox="1"/>
          <p:nvPr>
            <p:ph type="title"/>
          </p:nvPr>
        </p:nvSpPr>
        <p:spPr>
          <a:xfrm>
            <a:off x="209775" y="468575"/>
            <a:ext cx="6048900" cy="849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Statistical Analysis </a:t>
            </a:r>
            <a:endParaRPr/>
          </a:p>
        </p:txBody>
      </p:sp>
      <p:sp>
        <p:nvSpPr>
          <p:cNvPr id="1970" name="Google Shape;1970;p38"/>
          <p:cNvSpPr/>
          <p:nvPr/>
        </p:nvSpPr>
        <p:spPr>
          <a:xfrm>
            <a:off x="445150" y="2571750"/>
            <a:ext cx="8327700" cy="2289000"/>
          </a:xfrm>
          <a:prstGeom prst="roundRect">
            <a:avLst>
              <a:gd fmla="val 4803" name="adj"/>
            </a:avLst>
          </a:prstGeom>
          <a:solidFill>
            <a:schemeClr val="lt2"/>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1971" name="Google Shape;1971;p38"/>
          <p:cNvGrpSpPr/>
          <p:nvPr/>
        </p:nvGrpSpPr>
        <p:grpSpPr>
          <a:xfrm>
            <a:off x="558625" y="2685782"/>
            <a:ext cx="277873" cy="68400"/>
            <a:chOff x="2907700" y="2920207"/>
            <a:chExt cx="277873" cy="68400"/>
          </a:xfrm>
        </p:grpSpPr>
        <p:sp>
          <p:nvSpPr>
            <p:cNvPr id="1972" name="Google Shape;1972;p38"/>
            <p:cNvSpPr/>
            <p:nvPr/>
          </p:nvSpPr>
          <p:spPr>
            <a:xfrm>
              <a:off x="2907700" y="2920207"/>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73" name="Google Shape;1973;p38"/>
            <p:cNvSpPr/>
            <p:nvPr/>
          </p:nvSpPr>
          <p:spPr>
            <a:xfrm>
              <a:off x="3012436" y="2920207"/>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74" name="Google Shape;1974;p38"/>
            <p:cNvSpPr/>
            <p:nvPr/>
          </p:nvSpPr>
          <p:spPr>
            <a:xfrm>
              <a:off x="3117173" y="2920207"/>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975" name="Google Shape;1975;p38"/>
          <p:cNvSpPr txBox="1"/>
          <p:nvPr>
            <p:ph idx="4" type="subTitle"/>
          </p:nvPr>
        </p:nvSpPr>
        <p:spPr>
          <a:xfrm>
            <a:off x="707700" y="2872550"/>
            <a:ext cx="7728600" cy="16623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None/>
            </a:pPr>
            <a:r>
              <a:rPr b="1" lang="en">
                <a:latin typeface="Lexend"/>
                <a:ea typeface="Lexend"/>
                <a:cs typeface="Lexend"/>
                <a:sym typeface="Lexend"/>
              </a:rPr>
              <a:t>ANOVA VS MANOVA</a:t>
            </a:r>
            <a:endParaRPr b="1">
              <a:latin typeface="Lexend"/>
              <a:ea typeface="Lexend"/>
              <a:cs typeface="Lexend"/>
              <a:sym typeface="Lexend"/>
            </a:endParaRPr>
          </a:p>
          <a:p>
            <a:pPr indent="0" lvl="0" marL="0" rtl="0" algn="l">
              <a:spcBef>
                <a:spcPts val="0"/>
              </a:spcBef>
              <a:spcAft>
                <a:spcPts val="0"/>
              </a:spcAft>
              <a:buClr>
                <a:schemeClr val="dk1"/>
              </a:buClr>
              <a:buSzPts val="1100"/>
              <a:buNone/>
            </a:pPr>
            <a:r>
              <a:rPr lang="en"/>
              <a:t>We checked a correlation matrix and found a very low correlation between the dependent variables and decided to go with an ANOVA test rather than a MANOVA test</a:t>
            </a:r>
            <a:endParaRPr/>
          </a:p>
          <a:p>
            <a:pPr indent="0" lvl="0" marL="0" rtl="0" algn="l">
              <a:spcBef>
                <a:spcPts val="0"/>
              </a:spcBef>
              <a:spcAft>
                <a:spcPts val="0"/>
              </a:spcAft>
              <a:buClr>
                <a:schemeClr val="dk1"/>
              </a:buClr>
              <a:buSzPts val="1100"/>
              <a:buNone/>
            </a:pPr>
            <a:r>
              <a:t/>
            </a:r>
            <a:endParaRPr/>
          </a:p>
          <a:p>
            <a:pPr indent="0" lvl="0" marL="0" rtl="0" algn="l">
              <a:spcBef>
                <a:spcPts val="0"/>
              </a:spcBef>
              <a:spcAft>
                <a:spcPts val="0"/>
              </a:spcAft>
              <a:buClr>
                <a:schemeClr val="dk1"/>
              </a:buClr>
              <a:buSzPts val="1100"/>
              <a:buNone/>
            </a:pPr>
            <a:r>
              <a:rPr b="1" lang="en">
                <a:latin typeface="Lexend"/>
                <a:ea typeface="Lexend"/>
                <a:cs typeface="Lexend"/>
                <a:sym typeface="Lexend"/>
              </a:rPr>
              <a:t>Addition notes</a:t>
            </a:r>
            <a:endParaRPr b="1">
              <a:latin typeface="Lexend"/>
              <a:ea typeface="Lexend"/>
              <a:cs typeface="Lexend"/>
              <a:sym typeface="Lexend"/>
            </a:endParaRPr>
          </a:p>
          <a:p>
            <a:pPr indent="0" lvl="0" marL="0" rtl="0" algn="l">
              <a:spcBef>
                <a:spcPts val="0"/>
              </a:spcBef>
              <a:spcAft>
                <a:spcPts val="0"/>
              </a:spcAft>
              <a:buClr>
                <a:schemeClr val="dk1"/>
              </a:buClr>
              <a:buSzPts val="1100"/>
              <a:buNone/>
            </a:pPr>
            <a:r>
              <a:rPr lang="en"/>
              <a:t>Variance of the </a:t>
            </a:r>
            <a:r>
              <a:rPr lang="en"/>
              <a:t>populations</a:t>
            </a:r>
            <a:r>
              <a:rPr lang="en"/>
              <a:t> was large so we opted to apply a logarithmic transformation to this variable before running our ANOVAs</a:t>
            </a:r>
            <a:endParaRPr/>
          </a:p>
          <a:p>
            <a:pPr indent="0" lvl="0" marL="0" rtl="0" algn="l">
              <a:spcBef>
                <a:spcPts val="0"/>
              </a:spcBef>
              <a:spcAft>
                <a:spcPts val="0"/>
              </a:spcAft>
              <a:buNone/>
            </a:pPr>
            <a:r>
              <a:t/>
            </a:r>
            <a:endParaRPr>
              <a:latin typeface="Lexend SemiBold"/>
              <a:ea typeface="Lexend SemiBold"/>
              <a:cs typeface="Lexend SemiBold"/>
              <a:sym typeface="Lexend SemiBo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9" name="Shape 1979"/>
        <p:cNvGrpSpPr/>
        <p:nvPr/>
      </p:nvGrpSpPr>
      <p:grpSpPr>
        <a:xfrm>
          <a:off x="0" y="0"/>
          <a:ext cx="0" cy="0"/>
          <a:chOff x="0" y="0"/>
          <a:chExt cx="0" cy="0"/>
        </a:xfrm>
      </p:grpSpPr>
      <p:sp>
        <p:nvSpPr>
          <p:cNvPr id="1980" name="Google Shape;1980;p39"/>
          <p:cNvSpPr txBox="1"/>
          <p:nvPr>
            <p:ph idx="1" type="body"/>
          </p:nvPr>
        </p:nvSpPr>
        <p:spPr>
          <a:xfrm>
            <a:off x="7895425" y="-39600"/>
            <a:ext cx="1138500" cy="307800"/>
          </a:xfrm>
          <a:prstGeom prst="rect">
            <a:avLst/>
          </a:prstGeom>
        </p:spPr>
        <p:txBody>
          <a:bodyPr anchorCtr="0" anchor="t" bIns="91425" lIns="91425" spcFirstLastPara="1" rIns="91425" wrap="square" tIns="91425">
            <a:spAutoFit/>
          </a:bodyPr>
          <a:lstStyle/>
          <a:p>
            <a:pPr indent="0" lvl="0" marL="0" rtl="0" algn="r">
              <a:spcBef>
                <a:spcPts val="0"/>
              </a:spcBef>
              <a:spcAft>
                <a:spcPts val="0"/>
              </a:spcAft>
              <a:buNone/>
            </a:pPr>
            <a:r>
              <a:t/>
            </a:r>
            <a:endParaRPr/>
          </a:p>
        </p:txBody>
      </p:sp>
      <p:sp>
        <p:nvSpPr>
          <p:cNvPr id="1981" name="Google Shape;1981;p39"/>
          <p:cNvSpPr txBox="1"/>
          <p:nvPr>
            <p:ph idx="2" type="body"/>
          </p:nvPr>
        </p:nvSpPr>
        <p:spPr>
          <a:xfrm>
            <a:off x="167325" y="-39600"/>
            <a:ext cx="1169700" cy="3078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1982" name="Google Shape;1982;p39"/>
          <p:cNvSpPr txBox="1"/>
          <p:nvPr>
            <p:ph idx="3" type="body"/>
          </p:nvPr>
        </p:nvSpPr>
        <p:spPr>
          <a:xfrm>
            <a:off x="940775" y="-39600"/>
            <a:ext cx="3810300" cy="3078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1983" name="Google Shape;1983;p39"/>
          <p:cNvSpPr txBox="1"/>
          <p:nvPr>
            <p:ph idx="4" type="subTitle"/>
          </p:nvPr>
        </p:nvSpPr>
        <p:spPr>
          <a:xfrm>
            <a:off x="311700" y="1318175"/>
            <a:ext cx="3736200" cy="11082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b="1" lang="en">
                <a:latin typeface="Lexend"/>
                <a:ea typeface="Lexend"/>
                <a:cs typeface="Lexend"/>
                <a:sym typeface="Lexend"/>
              </a:rPr>
              <a:t>Regarding Willingness to Support</a:t>
            </a:r>
            <a:endParaRPr b="1">
              <a:latin typeface="Lexend"/>
              <a:ea typeface="Lexend"/>
              <a:cs typeface="Lexend"/>
              <a:sym typeface="Lexend"/>
            </a:endParaRPr>
          </a:p>
          <a:p>
            <a:pPr indent="0" lvl="0" marL="0" rtl="0" algn="l">
              <a:spcBef>
                <a:spcPts val="0"/>
              </a:spcBef>
              <a:spcAft>
                <a:spcPts val="0"/>
              </a:spcAft>
              <a:buNone/>
            </a:pPr>
            <a:r>
              <a:rPr lang="en"/>
              <a:t>ANOVA for hypothesis 1 returned an F value of 8.36 meaning that </a:t>
            </a:r>
            <a:r>
              <a:rPr lang="en"/>
              <a:t>perceived</a:t>
            </a:r>
            <a:r>
              <a:rPr lang="en"/>
              <a:t> similarity had a strong effect on willingness to support. Further Supported by the low P value of 0.009 </a:t>
            </a:r>
            <a:endParaRPr/>
          </a:p>
        </p:txBody>
      </p:sp>
      <p:sp>
        <p:nvSpPr>
          <p:cNvPr id="1984" name="Google Shape;1984;p39"/>
          <p:cNvSpPr txBox="1"/>
          <p:nvPr>
            <p:ph type="title"/>
          </p:nvPr>
        </p:nvSpPr>
        <p:spPr>
          <a:xfrm>
            <a:off x="209775" y="468575"/>
            <a:ext cx="6048900" cy="849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Result analysis </a:t>
            </a:r>
            <a:endParaRPr/>
          </a:p>
        </p:txBody>
      </p:sp>
      <p:pic>
        <p:nvPicPr>
          <p:cNvPr id="1985" name="Google Shape;1985;p39"/>
          <p:cNvPicPr preferRelativeResize="0"/>
          <p:nvPr/>
        </p:nvPicPr>
        <p:blipFill>
          <a:blip r:embed="rId3">
            <a:alphaModFix/>
          </a:blip>
          <a:stretch>
            <a:fillRect/>
          </a:stretch>
        </p:blipFill>
        <p:spPr>
          <a:xfrm>
            <a:off x="5206825" y="1318175"/>
            <a:ext cx="3493825" cy="1071725"/>
          </a:xfrm>
          <a:prstGeom prst="rect">
            <a:avLst/>
          </a:prstGeom>
          <a:noFill/>
          <a:ln>
            <a:noFill/>
          </a:ln>
        </p:spPr>
      </p:pic>
      <p:pic>
        <p:nvPicPr>
          <p:cNvPr id="1986" name="Google Shape;1986;p39"/>
          <p:cNvPicPr preferRelativeResize="0"/>
          <p:nvPr/>
        </p:nvPicPr>
        <p:blipFill>
          <a:blip r:embed="rId4">
            <a:alphaModFix/>
          </a:blip>
          <a:stretch>
            <a:fillRect/>
          </a:stretch>
        </p:blipFill>
        <p:spPr>
          <a:xfrm>
            <a:off x="5224125" y="3125138"/>
            <a:ext cx="3459231" cy="1071725"/>
          </a:xfrm>
          <a:prstGeom prst="rect">
            <a:avLst/>
          </a:prstGeom>
          <a:noFill/>
          <a:ln>
            <a:noFill/>
          </a:ln>
        </p:spPr>
      </p:pic>
      <p:sp>
        <p:nvSpPr>
          <p:cNvPr id="1987" name="Google Shape;1987;p39"/>
          <p:cNvSpPr txBox="1"/>
          <p:nvPr/>
        </p:nvSpPr>
        <p:spPr>
          <a:xfrm>
            <a:off x="875800" y="3540325"/>
            <a:ext cx="42750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solidFill>
                <a:schemeClr val="dk1"/>
              </a:solidFill>
              <a:latin typeface="Lexend Light"/>
              <a:ea typeface="Lexend Light"/>
              <a:cs typeface="Lexend Light"/>
              <a:sym typeface="Lexend Light"/>
            </a:endParaRPr>
          </a:p>
        </p:txBody>
      </p:sp>
      <p:sp>
        <p:nvSpPr>
          <p:cNvPr id="1988" name="Google Shape;1988;p39"/>
          <p:cNvSpPr txBox="1"/>
          <p:nvPr>
            <p:ph idx="4" type="subTitle"/>
          </p:nvPr>
        </p:nvSpPr>
        <p:spPr>
          <a:xfrm>
            <a:off x="311700" y="3291550"/>
            <a:ext cx="3736200" cy="9234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b="1" lang="en">
                <a:latin typeface="Lexend"/>
                <a:ea typeface="Lexend"/>
                <a:cs typeface="Lexend"/>
                <a:sym typeface="Lexend"/>
              </a:rPr>
              <a:t>Regarding Listening Behavior </a:t>
            </a:r>
            <a:endParaRPr b="1">
              <a:latin typeface="Lexend"/>
              <a:ea typeface="Lexend"/>
              <a:cs typeface="Lexend"/>
              <a:sym typeface="Lexend"/>
            </a:endParaRPr>
          </a:p>
          <a:p>
            <a:pPr indent="0" lvl="0" marL="0" rtl="0" algn="l">
              <a:spcBef>
                <a:spcPts val="0"/>
              </a:spcBef>
              <a:spcAft>
                <a:spcPts val="0"/>
              </a:spcAft>
              <a:buNone/>
            </a:pPr>
            <a:r>
              <a:rPr lang="en"/>
              <a:t>The ANOVA model </a:t>
            </a:r>
            <a:r>
              <a:rPr lang="en"/>
              <a:t>returned a p-value of 0.315465, meaning perceived similarity has no statistical significance on listening </a:t>
            </a:r>
            <a:r>
              <a:rPr lang="en"/>
              <a:t>behavior</a:t>
            </a:r>
            <a:endParaRPr/>
          </a:p>
        </p:txBody>
      </p:sp>
      <p:sp>
        <p:nvSpPr>
          <p:cNvPr id="1989" name="Google Shape;1989;p39"/>
          <p:cNvSpPr/>
          <p:nvPr/>
        </p:nvSpPr>
        <p:spPr>
          <a:xfrm>
            <a:off x="3987150" y="3575050"/>
            <a:ext cx="1169700" cy="356400"/>
          </a:xfrm>
          <a:prstGeom prst="roundRect">
            <a:avLst>
              <a:gd fmla="val 16667" name="adj"/>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Light"/>
              <a:ea typeface="Lexend Light"/>
              <a:cs typeface="Lexend Light"/>
              <a:sym typeface="Lexend Light"/>
            </a:endParaRPr>
          </a:p>
        </p:txBody>
      </p:sp>
      <p:sp>
        <p:nvSpPr>
          <p:cNvPr id="1990" name="Google Shape;1990;p39"/>
          <p:cNvSpPr/>
          <p:nvPr/>
        </p:nvSpPr>
        <p:spPr>
          <a:xfrm>
            <a:off x="3987150" y="1675825"/>
            <a:ext cx="1169700" cy="356400"/>
          </a:xfrm>
          <a:prstGeom prst="roundRect">
            <a:avLst>
              <a:gd fmla="val 16667" name="adj"/>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Light"/>
              <a:ea typeface="Lexend Light"/>
              <a:cs typeface="Lexend Light"/>
              <a:sym typeface="Lexend Light"/>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4" name="Shape 1994"/>
        <p:cNvGrpSpPr/>
        <p:nvPr/>
      </p:nvGrpSpPr>
      <p:grpSpPr>
        <a:xfrm>
          <a:off x="0" y="0"/>
          <a:ext cx="0" cy="0"/>
          <a:chOff x="0" y="0"/>
          <a:chExt cx="0" cy="0"/>
        </a:xfrm>
      </p:grpSpPr>
      <p:sp>
        <p:nvSpPr>
          <p:cNvPr id="1995" name="Google Shape;1995;p40"/>
          <p:cNvSpPr txBox="1"/>
          <p:nvPr>
            <p:ph idx="1" type="body"/>
          </p:nvPr>
        </p:nvSpPr>
        <p:spPr>
          <a:xfrm>
            <a:off x="7895425" y="-39600"/>
            <a:ext cx="1138500" cy="307800"/>
          </a:xfrm>
          <a:prstGeom prst="rect">
            <a:avLst/>
          </a:prstGeom>
        </p:spPr>
        <p:txBody>
          <a:bodyPr anchorCtr="0" anchor="t" bIns="91425" lIns="91425" spcFirstLastPara="1" rIns="91425" wrap="square" tIns="91425">
            <a:spAutoFit/>
          </a:bodyPr>
          <a:lstStyle/>
          <a:p>
            <a:pPr indent="0" lvl="0" marL="0" rtl="0" algn="r">
              <a:spcBef>
                <a:spcPts val="0"/>
              </a:spcBef>
              <a:spcAft>
                <a:spcPts val="0"/>
              </a:spcAft>
              <a:buNone/>
            </a:pPr>
            <a:r>
              <a:t/>
            </a:r>
            <a:endParaRPr/>
          </a:p>
        </p:txBody>
      </p:sp>
      <p:sp>
        <p:nvSpPr>
          <p:cNvPr id="1996" name="Google Shape;1996;p40"/>
          <p:cNvSpPr txBox="1"/>
          <p:nvPr>
            <p:ph idx="2" type="body"/>
          </p:nvPr>
        </p:nvSpPr>
        <p:spPr>
          <a:xfrm>
            <a:off x="167325" y="-39600"/>
            <a:ext cx="1169700" cy="3078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1997" name="Google Shape;1997;p40"/>
          <p:cNvSpPr txBox="1"/>
          <p:nvPr>
            <p:ph idx="3" type="body"/>
          </p:nvPr>
        </p:nvSpPr>
        <p:spPr>
          <a:xfrm>
            <a:off x="940775" y="-39600"/>
            <a:ext cx="3810300" cy="3078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1998" name="Google Shape;1998;p40"/>
          <p:cNvSpPr txBox="1"/>
          <p:nvPr>
            <p:ph idx="4" type="subTitle"/>
          </p:nvPr>
        </p:nvSpPr>
        <p:spPr>
          <a:xfrm>
            <a:off x="311700" y="2183650"/>
            <a:ext cx="3810300" cy="22164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b="1" lang="en">
                <a:latin typeface="Lexend"/>
                <a:ea typeface="Lexend"/>
                <a:cs typeface="Lexend"/>
                <a:sym typeface="Lexend"/>
              </a:rPr>
              <a:t>GOAL</a:t>
            </a:r>
            <a:endParaRPr b="1">
              <a:latin typeface="Lexend"/>
              <a:ea typeface="Lexend"/>
              <a:cs typeface="Lexend"/>
              <a:sym typeface="Lexend"/>
            </a:endParaRPr>
          </a:p>
          <a:p>
            <a:pPr indent="0" lvl="0" marL="0" rtl="0" algn="l">
              <a:spcBef>
                <a:spcPts val="0"/>
              </a:spcBef>
              <a:spcAft>
                <a:spcPts val="0"/>
              </a:spcAft>
              <a:buNone/>
            </a:pPr>
            <a:r>
              <a:rPr lang="en"/>
              <a:t>The goal of our research was to find if listeners perceiving an artist to be similar to them had an impact on: </a:t>
            </a:r>
            <a:endParaRPr/>
          </a:p>
          <a:p>
            <a:pPr indent="-304800" lvl="0" marL="457200" rtl="0" algn="l">
              <a:spcBef>
                <a:spcPts val="0"/>
              </a:spcBef>
              <a:spcAft>
                <a:spcPts val="0"/>
              </a:spcAft>
              <a:buSzPts val="1200"/>
              <a:buChar char="-"/>
            </a:pPr>
            <a:r>
              <a:rPr lang="en"/>
              <a:t>willingness to support</a:t>
            </a:r>
            <a:endParaRPr/>
          </a:p>
          <a:p>
            <a:pPr indent="-304800" lvl="0" marL="457200" rtl="0" algn="l">
              <a:spcBef>
                <a:spcPts val="0"/>
              </a:spcBef>
              <a:spcAft>
                <a:spcPts val="0"/>
              </a:spcAft>
              <a:buSzPts val="1200"/>
              <a:buChar char="-"/>
            </a:pPr>
            <a:r>
              <a:rPr lang="en"/>
              <a:t>actual listening,</a:t>
            </a:r>
            <a:endParaRPr/>
          </a:p>
          <a:p>
            <a:pPr indent="-304800" lvl="0" marL="457200" rtl="0" algn="l">
              <a:spcBef>
                <a:spcPts val="0"/>
              </a:spcBef>
              <a:spcAft>
                <a:spcPts val="0"/>
              </a:spcAft>
              <a:buSzPts val="1200"/>
              <a:buChar char="-"/>
            </a:pPr>
            <a:r>
              <a:rPr lang="en"/>
              <a:t>and actual spending.</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latin typeface="Lexend"/>
                <a:ea typeface="Lexend"/>
                <a:cs typeface="Lexend"/>
                <a:sym typeface="Lexend"/>
              </a:rPr>
              <a:t>Results</a:t>
            </a:r>
            <a:endParaRPr b="1">
              <a:latin typeface="Lexend"/>
              <a:ea typeface="Lexend"/>
              <a:cs typeface="Lexend"/>
              <a:sym typeface="Lexend"/>
            </a:endParaRPr>
          </a:p>
          <a:p>
            <a:pPr indent="0" lvl="0" marL="0" rtl="0" algn="l">
              <a:spcBef>
                <a:spcPts val="0"/>
              </a:spcBef>
              <a:spcAft>
                <a:spcPts val="0"/>
              </a:spcAft>
              <a:buNone/>
            </a:pPr>
            <a:r>
              <a:rPr lang="en"/>
              <a:t>We Found Hypothesis A’s alternative hypothesis to be plausible </a:t>
            </a:r>
            <a:endParaRPr/>
          </a:p>
        </p:txBody>
      </p:sp>
      <p:sp>
        <p:nvSpPr>
          <p:cNvPr id="1999" name="Google Shape;1999;p40"/>
          <p:cNvSpPr txBox="1"/>
          <p:nvPr>
            <p:ph type="title"/>
          </p:nvPr>
        </p:nvSpPr>
        <p:spPr>
          <a:xfrm>
            <a:off x="209775" y="468575"/>
            <a:ext cx="6048900" cy="15147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Conclusion and Future works </a:t>
            </a:r>
            <a:endParaRPr/>
          </a:p>
        </p:txBody>
      </p:sp>
      <p:sp>
        <p:nvSpPr>
          <p:cNvPr id="2000" name="Google Shape;2000;p40"/>
          <p:cNvSpPr txBox="1"/>
          <p:nvPr/>
        </p:nvSpPr>
        <p:spPr>
          <a:xfrm>
            <a:off x="4534900" y="2404750"/>
            <a:ext cx="42750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200">
                <a:solidFill>
                  <a:schemeClr val="dk1"/>
                </a:solidFill>
                <a:latin typeface="Lexend"/>
                <a:ea typeface="Lexend"/>
                <a:cs typeface="Lexend"/>
                <a:sym typeface="Lexend"/>
              </a:rPr>
              <a:t>What does this mean </a:t>
            </a:r>
            <a:endParaRPr b="1" sz="1200">
              <a:solidFill>
                <a:schemeClr val="dk1"/>
              </a:solidFill>
              <a:latin typeface="Lexend"/>
              <a:ea typeface="Lexend"/>
              <a:cs typeface="Lexend"/>
              <a:sym typeface="Lexend"/>
            </a:endParaRPr>
          </a:p>
          <a:p>
            <a:pPr indent="-304800" lvl="0" marL="457200" rtl="0" algn="l">
              <a:spcBef>
                <a:spcPts val="0"/>
              </a:spcBef>
              <a:spcAft>
                <a:spcPts val="0"/>
              </a:spcAft>
              <a:buClr>
                <a:schemeClr val="dk1"/>
              </a:buClr>
              <a:buSzPts val="1200"/>
              <a:buFont typeface="Lexend Light"/>
              <a:buChar char="-"/>
            </a:pPr>
            <a:r>
              <a:rPr lang="en" sz="1200">
                <a:solidFill>
                  <a:schemeClr val="dk1"/>
                </a:solidFill>
                <a:latin typeface="Lexend Light"/>
                <a:ea typeface="Lexend Light"/>
                <a:cs typeface="Lexend Light"/>
                <a:sym typeface="Lexend Light"/>
              </a:rPr>
              <a:t>It provides insight in business behaviors for those in the music industry</a:t>
            </a:r>
            <a:endParaRPr sz="1200">
              <a:solidFill>
                <a:schemeClr val="dk1"/>
              </a:solidFill>
              <a:latin typeface="Lexend Light"/>
              <a:ea typeface="Lexend Light"/>
              <a:cs typeface="Lexend Light"/>
              <a:sym typeface="Lexend Light"/>
            </a:endParaRPr>
          </a:p>
          <a:p>
            <a:pPr indent="-304800" lvl="0" marL="457200" rtl="0" algn="l">
              <a:spcBef>
                <a:spcPts val="0"/>
              </a:spcBef>
              <a:spcAft>
                <a:spcPts val="0"/>
              </a:spcAft>
              <a:buClr>
                <a:schemeClr val="dk1"/>
              </a:buClr>
              <a:buSzPts val="1200"/>
              <a:buFont typeface="Lexend Light"/>
              <a:buChar char="-"/>
            </a:pPr>
            <a:r>
              <a:rPr lang="en" sz="1200">
                <a:solidFill>
                  <a:schemeClr val="dk1"/>
                </a:solidFill>
                <a:latin typeface="Lexend Light"/>
                <a:ea typeface="Lexend Light"/>
                <a:cs typeface="Lexend Light"/>
                <a:sym typeface="Lexend Light"/>
              </a:rPr>
              <a:t>a stepping stone for researchers interested in how psychological factors </a:t>
            </a:r>
            <a:r>
              <a:rPr lang="en" sz="1200">
                <a:solidFill>
                  <a:schemeClr val="dk1"/>
                </a:solidFill>
                <a:latin typeface="Lexend Light"/>
                <a:ea typeface="Lexend Light"/>
                <a:cs typeface="Lexend Light"/>
                <a:sym typeface="Lexend Light"/>
              </a:rPr>
              <a:t>influence</a:t>
            </a:r>
            <a:r>
              <a:rPr lang="en" sz="1200">
                <a:solidFill>
                  <a:schemeClr val="dk1"/>
                </a:solidFill>
                <a:latin typeface="Lexend Light"/>
                <a:ea typeface="Lexend Light"/>
                <a:cs typeface="Lexend Light"/>
                <a:sym typeface="Lexend Light"/>
              </a:rPr>
              <a:t> consumer </a:t>
            </a:r>
            <a:r>
              <a:rPr lang="en" sz="1200">
                <a:solidFill>
                  <a:schemeClr val="dk1"/>
                </a:solidFill>
                <a:latin typeface="Lexend Light"/>
                <a:ea typeface="Lexend Light"/>
                <a:cs typeface="Lexend Light"/>
                <a:sym typeface="Lexend Light"/>
              </a:rPr>
              <a:t>behaviour</a:t>
            </a:r>
            <a:endParaRPr sz="1200">
              <a:solidFill>
                <a:schemeClr val="dk1"/>
              </a:solidFill>
              <a:latin typeface="Lexend Light"/>
              <a:ea typeface="Lexend Light"/>
              <a:cs typeface="Lexend Light"/>
              <a:sym typeface="Lexend Light"/>
            </a:endParaRPr>
          </a:p>
        </p:txBody>
      </p:sp>
    </p:spTree>
  </p:cSld>
  <p:clrMapOvr>
    <a:masterClrMapping/>
  </p:clrMapOvr>
</p:sld>
</file>

<file path=ppt/theme/theme1.xml><?xml version="1.0" encoding="utf-8"?>
<a:theme xmlns:a="http://schemas.openxmlformats.org/drawingml/2006/main" xmlns:r="http://schemas.openxmlformats.org/officeDocument/2006/relationships" name="Get To Know Me">
  <a:themeElements>
    <a:clrScheme name="Simple Light">
      <a:dk1>
        <a:srgbClr val="000000"/>
      </a:dk1>
      <a:lt1>
        <a:srgbClr val="4F4F4F"/>
      </a:lt1>
      <a:dk2>
        <a:srgbClr val="E7E7E7"/>
      </a:dk2>
      <a:lt2>
        <a:srgbClr val="FFFFFF"/>
      </a:lt2>
      <a:accent1>
        <a:srgbClr val="F4F2F2"/>
      </a:accent1>
      <a:accent2>
        <a:srgbClr val="119BFE"/>
      </a:accent2>
      <a:accent3>
        <a:srgbClr val="FF6B4D"/>
      </a:accent3>
      <a:accent4>
        <a:srgbClr val="28C840"/>
      </a:accent4>
      <a:accent5>
        <a:srgbClr val="FFC600"/>
      </a:accent5>
      <a:accent6>
        <a:srgbClr val="CCCCCC"/>
      </a:accent6>
      <a:hlink>
        <a:srgbClr val="E2AFDE"/>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